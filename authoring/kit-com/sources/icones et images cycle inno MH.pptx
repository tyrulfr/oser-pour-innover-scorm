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64" r:id="rId7"/>
    <p:sldId id="269" r:id="rId8"/>
    <p:sldId id="270" r:id="rId9"/>
    <p:sldId id="265" r:id="rId10"/>
    <p:sldId id="268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2091"/>
    <a:srgbClr val="E9E7E7"/>
    <a:srgbClr val="3A1DB3"/>
    <a:srgbClr val="CA5A38"/>
    <a:srgbClr val="471AB6"/>
    <a:srgbClr val="2C4D7E"/>
    <a:srgbClr val="346A93"/>
    <a:srgbClr val="0070C0"/>
    <a:srgbClr val="92D050"/>
    <a:srgbClr val="D78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498803-C2FE-49B2-A6C4-813718F860E5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E7A3701A-5DD1-4D3E-B335-65F1F4158ADA}">
      <dgm:prSet custT="1"/>
      <dgm:spPr/>
      <dgm:t>
        <a:bodyPr/>
        <a:lstStyle/>
        <a:p>
          <a:r>
            <a:rPr lang="fr-FR" sz="1400" dirty="0"/>
            <a:t>UNIVERSITÉS ET INSTITUTIONS D´ENSEIGNEMENT </a:t>
          </a:r>
        </a:p>
      </dgm:t>
    </dgm:pt>
    <dgm:pt modelId="{ECFE1A05-C3C7-417D-B15F-8D78F6E10168}" type="parTrans" cxnId="{EE7189B9-9140-4F2B-8C1E-2F2D03B4BF27}">
      <dgm:prSet/>
      <dgm:spPr/>
      <dgm:t>
        <a:bodyPr/>
        <a:lstStyle/>
        <a:p>
          <a:endParaRPr lang="fr-FR" sz="1600"/>
        </a:p>
      </dgm:t>
    </dgm:pt>
    <dgm:pt modelId="{8FA3783A-9207-4D48-985D-964BA4805C58}" type="sibTrans" cxnId="{EE7189B9-9140-4F2B-8C1E-2F2D03B4BF27}">
      <dgm:prSet/>
      <dgm:spPr/>
      <dgm:t>
        <a:bodyPr/>
        <a:lstStyle/>
        <a:p>
          <a:endParaRPr lang="fr-FR" sz="1600"/>
        </a:p>
      </dgm:t>
    </dgm:pt>
    <dgm:pt modelId="{53D42C8D-07C5-4AEF-86E1-355753791DC1}">
      <dgm:prSet custT="1"/>
      <dgm:spPr/>
      <dgm:t>
        <a:bodyPr/>
        <a:lstStyle/>
        <a:p>
          <a:r>
            <a:rPr lang="fr-FR" sz="1400" dirty="0"/>
            <a:t>FINANCEURS ET INVESTISSEURS</a:t>
          </a:r>
        </a:p>
      </dgm:t>
    </dgm:pt>
    <dgm:pt modelId="{841AEFC5-EEBF-44ED-A756-8C9A6D8C9ED4}" type="parTrans" cxnId="{C99DE096-592A-435F-8D67-72D1A2C9E672}">
      <dgm:prSet/>
      <dgm:spPr/>
      <dgm:t>
        <a:bodyPr/>
        <a:lstStyle/>
        <a:p>
          <a:endParaRPr lang="fr-FR" sz="1600"/>
        </a:p>
      </dgm:t>
    </dgm:pt>
    <dgm:pt modelId="{ADF0606C-F88A-43AC-A028-D528AE4485A7}" type="sibTrans" cxnId="{C99DE096-592A-435F-8D67-72D1A2C9E672}">
      <dgm:prSet/>
      <dgm:spPr/>
      <dgm:t>
        <a:bodyPr/>
        <a:lstStyle/>
        <a:p>
          <a:endParaRPr lang="fr-FR" sz="1600"/>
        </a:p>
      </dgm:t>
    </dgm:pt>
    <dgm:pt modelId="{34E2BA59-C459-4D2B-8A52-77E9A6A6EEA8}">
      <dgm:prSet custT="1"/>
      <dgm:spPr/>
      <dgm:t>
        <a:bodyPr/>
        <a:lstStyle/>
        <a:p>
          <a:r>
            <a:rPr lang="fr-FR" sz="1400" dirty="0"/>
            <a:t>CHAIRES, ASSOCIATIONS, ONG, CLUSTERS ET PÔLES DE COMPETITIVITÉ</a:t>
          </a:r>
        </a:p>
      </dgm:t>
    </dgm:pt>
    <dgm:pt modelId="{86D7F278-795F-46F8-AC94-037EB8BBB718}" type="parTrans" cxnId="{422188F5-A9E6-4ACB-847F-46B8B8072E28}">
      <dgm:prSet/>
      <dgm:spPr/>
      <dgm:t>
        <a:bodyPr/>
        <a:lstStyle/>
        <a:p>
          <a:endParaRPr lang="fr-FR" sz="1600"/>
        </a:p>
      </dgm:t>
    </dgm:pt>
    <dgm:pt modelId="{AF4436BC-155D-4EEB-AC5B-81B67674D6AE}" type="sibTrans" cxnId="{422188F5-A9E6-4ACB-847F-46B8B8072E28}">
      <dgm:prSet/>
      <dgm:spPr/>
      <dgm:t>
        <a:bodyPr/>
        <a:lstStyle/>
        <a:p>
          <a:endParaRPr lang="fr-FR" sz="1600"/>
        </a:p>
      </dgm:t>
    </dgm:pt>
    <dgm:pt modelId="{0E56197A-CB37-4E8A-8820-4DC0C5895972}">
      <dgm:prSet custT="1"/>
      <dgm:spPr/>
      <dgm:t>
        <a:bodyPr/>
        <a:lstStyle/>
        <a:p>
          <a:r>
            <a:rPr lang="fr-FR" sz="1400" dirty="0"/>
            <a:t>CLIENTS ET UTILISATEURS</a:t>
          </a:r>
        </a:p>
      </dgm:t>
    </dgm:pt>
    <dgm:pt modelId="{CD0C1EC9-201C-42E6-AD27-D1B97448C9A1}" type="parTrans" cxnId="{D23A5EF8-F125-49F9-8729-7BD25DAEAF58}">
      <dgm:prSet/>
      <dgm:spPr/>
      <dgm:t>
        <a:bodyPr/>
        <a:lstStyle/>
        <a:p>
          <a:endParaRPr lang="fr-FR" sz="1600"/>
        </a:p>
      </dgm:t>
    </dgm:pt>
    <dgm:pt modelId="{0B599BA3-1BCC-4173-ADB7-3A5FA8ADA8BF}" type="sibTrans" cxnId="{D23A5EF8-F125-49F9-8729-7BD25DAEAF58}">
      <dgm:prSet/>
      <dgm:spPr/>
      <dgm:t>
        <a:bodyPr/>
        <a:lstStyle/>
        <a:p>
          <a:endParaRPr lang="fr-FR" sz="1600"/>
        </a:p>
      </dgm:t>
    </dgm:pt>
    <dgm:pt modelId="{FB3F841F-7B71-4478-893C-CCA624AF3E5F}">
      <dgm:prSet custT="1"/>
      <dgm:spPr/>
      <dgm:t>
        <a:bodyPr/>
        <a:lstStyle/>
        <a:p>
          <a:r>
            <a:rPr lang="fr-FR" sz="1400" dirty="0"/>
            <a:t>TPE, PME, INDUSTRIES ET SECTEUR PRIVÉ</a:t>
          </a:r>
        </a:p>
      </dgm:t>
    </dgm:pt>
    <dgm:pt modelId="{0DF45B22-6F37-483E-94C3-D5DB3D5AC5CA}" type="parTrans" cxnId="{AD7F681D-1999-43C6-B72A-22842D3E8828}">
      <dgm:prSet/>
      <dgm:spPr/>
      <dgm:t>
        <a:bodyPr/>
        <a:lstStyle/>
        <a:p>
          <a:endParaRPr lang="fr-FR" sz="1600"/>
        </a:p>
      </dgm:t>
    </dgm:pt>
    <dgm:pt modelId="{0F78316E-C9BD-47FC-9289-ADA19A26A525}" type="sibTrans" cxnId="{AD7F681D-1999-43C6-B72A-22842D3E8828}">
      <dgm:prSet/>
      <dgm:spPr/>
      <dgm:t>
        <a:bodyPr/>
        <a:lstStyle/>
        <a:p>
          <a:endParaRPr lang="fr-FR" sz="1600"/>
        </a:p>
      </dgm:t>
    </dgm:pt>
    <dgm:pt modelId="{B3A427AE-AA68-4CA2-BE58-6B5C722CEC91}">
      <dgm:prSet custT="1"/>
      <dgm:spPr/>
      <dgm:t>
        <a:bodyPr/>
        <a:lstStyle/>
        <a:p>
          <a:r>
            <a:rPr lang="fr-FR" sz="1400" dirty="0"/>
            <a:t>GOUVERNEMENT</a:t>
          </a:r>
        </a:p>
      </dgm:t>
    </dgm:pt>
    <dgm:pt modelId="{E35B6D5A-A0CC-4655-885E-279AF96AF19E}" type="parTrans" cxnId="{7034C114-E38D-4BA7-879E-1ECB4E78D335}">
      <dgm:prSet/>
      <dgm:spPr/>
      <dgm:t>
        <a:bodyPr/>
        <a:lstStyle/>
        <a:p>
          <a:endParaRPr lang="fr-FR" sz="1600"/>
        </a:p>
      </dgm:t>
    </dgm:pt>
    <dgm:pt modelId="{A11BE308-9D09-4164-872B-73A612702A76}" type="sibTrans" cxnId="{7034C114-E38D-4BA7-879E-1ECB4E78D335}">
      <dgm:prSet/>
      <dgm:spPr/>
      <dgm:t>
        <a:bodyPr/>
        <a:lstStyle/>
        <a:p>
          <a:endParaRPr lang="fr-FR" sz="1600"/>
        </a:p>
      </dgm:t>
    </dgm:pt>
    <dgm:pt modelId="{02969789-BD07-4667-993E-624A7F923E90}">
      <dgm:prSet custT="1"/>
      <dgm:spPr/>
      <dgm:t>
        <a:bodyPr/>
        <a:lstStyle/>
        <a:p>
          <a:r>
            <a:rPr lang="fr-FR" sz="1400" dirty="0"/>
            <a:t>ORGANISMES NATIONAUX DE RECHERCHE</a:t>
          </a:r>
        </a:p>
      </dgm:t>
    </dgm:pt>
    <dgm:pt modelId="{76A7BAD8-BD0C-493D-BA96-98860E73E76B}" type="parTrans" cxnId="{8EC5EDE6-E5B0-42EA-B0A5-786A50605C3E}">
      <dgm:prSet/>
      <dgm:spPr/>
      <dgm:t>
        <a:bodyPr/>
        <a:lstStyle/>
        <a:p>
          <a:endParaRPr lang="fr-FR"/>
        </a:p>
      </dgm:t>
    </dgm:pt>
    <dgm:pt modelId="{34B7D668-B4A9-48F7-A546-01C9146F3FF4}" type="sibTrans" cxnId="{8EC5EDE6-E5B0-42EA-B0A5-786A50605C3E}">
      <dgm:prSet/>
      <dgm:spPr/>
      <dgm:t>
        <a:bodyPr/>
        <a:lstStyle/>
        <a:p>
          <a:endParaRPr lang="fr-FR"/>
        </a:p>
      </dgm:t>
    </dgm:pt>
    <dgm:pt modelId="{E163B253-C369-4AD6-A5DA-D617B5A3810A}" type="pres">
      <dgm:prSet presAssocID="{D8498803-C2FE-49B2-A6C4-813718F860E5}" presName="compositeShape" presStyleCnt="0">
        <dgm:presLayoutVars>
          <dgm:chMax val="7"/>
          <dgm:dir/>
          <dgm:resizeHandles val="exact"/>
        </dgm:presLayoutVars>
      </dgm:prSet>
      <dgm:spPr/>
    </dgm:pt>
    <dgm:pt modelId="{707D2B9D-95F5-424E-8C2B-B677172B50AF}" type="pres">
      <dgm:prSet presAssocID="{B3A427AE-AA68-4CA2-BE58-6B5C722CEC91}" presName="circ1" presStyleLbl="vennNode1" presStyleIdx="0" presStyleCnt="7"/>
      <dgm:spPr/>
    </dgm:pt>
    <dgm:pt modelId="{73788B12-3325-46A9-9205-81020B9DEBFC}" type="pres">
      <dgm:prSet presAssocID="{B3A427AE-AA68-4CA2-BE58-6B5C722CEC91}" presName="circ1Tx" presStyleLbl="revTx" presStyleIdx="0" presStyleCnt="0" custLinFactNeighborX="0" custLinFactNeighborY="45789">
        <dgm:presLayoutVars>
          <dgm:chMax val="0"/>
          <dgm:chPref val="0"/>
          <dgm:bulletEnabled val="1"/>
        </dgm:presLayoutVars>
      </dgm:prSet>
      <dgm:spPr/>
    </dgm:pt>
    <dgm:pt modelId="{C595909B-34B3-4977-B69F-BC955322A13A}" type="pres">
      <dgm:prSet presAssocID="{02969789-BD07-4667-993E-624A7F923E90}" presName="circ2" presStyleLbl="vennNode1" presStyleIdx="1" presStyleCnt="7"/>
      <dgm:spPr/>
    </dgm:pt>
    <dgm:pt modelId="{4094AF13-63D6-4933-9D54-B7503415B92B}" type="pres">
      <dgm:prSet presAssocID="{02969789-BD07-4667-993E-624A7F923E9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CB204A2-CD06-4294-8890-C44CAA068B18}" type="pres">
      <dgm:prSet presAssocID="{FB3F841F-7B71-4478-893C-CCA624AF3E5F}" presName="circ3" presStyleLbl="vennNode1" presStyleIdx="2" presStyleCnt="7"/>
      <dgm:spPr/>
    </dgm:pt>
    <dgm:pt modelId="{31A28893-25A8-4B43-A035-8CFB396DA917}" type="pres">
      <dgm:prSet presAssocID="{FB3F841F-7B71-4478-893C-CCA624AF3E5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5BF86CC-3FAE-48EE-96A9-2AA39405DE97}" type="pres">
      <dgm:prSet presAssocID="{E7A3701A-5DD1-4D3E-B335-65F1F4158ADA}" presName="circ4" presStyleLbl="vennNode1" presStyleIdx="3" presStyleCnt="7"/>
      <dgm:spPr/>
    </dgm:pt>
    <dgm:pt modelId="{41C9C602-B3E2-42CF-B6B4-ACA84D1E16D6}" type="pres">
      <dgm:prSet presAssocID="{E7A3701A-5DD1-4D3E-B335-65F1F4158AD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7B9E563-A68F-43F9-AC26-13CD358A2B29}" type="pres">
      <dgm:prSet presAssocID="{53D42C8D-07C5-4AEF-86E1-355753791DC1}" presName="circ5" presStyleLbl="vennNode1" presStyleIdx="4" presStyleCnt="7"/>
      <dgm:spPr/>
    </dgm:pt>
    <dgm:pt modelId="{003ABA56-4266-46EE-9BE7-87158531C714}" type="pres">
      <dgm:prSet presAssocID="{53D42C8D-07C5-4AEF-86E1-355753791DC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3F8EEB3-9817-4F7E-B2F0-F2DF6D115D66}" type="pres">
      <dgm:prSet presAssocID="{34E2BA59-C459-4D2B-8A52-77E9A6A6EEA8}" presName="circ6" presStyleLbl="vennNode1" presStyleIdx="5" presStyleCnt="7"/>
      <dgm:spPr/>
    </dgm:pt>
    <dgm:pt modelId="{59024623-F751-4ECE-A72B-D853536CA38A}" type="pres">
      <dgm:prSet presAssocID="{34E2BA59-C459-4D2B-8A52-77E9A6A6EEA8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9DE135-F5DD-490D-A3C1-057AE3CD5CDE}" type="pres">
      <dgm:prSet presAssocID="{0E56197A-CB37-4E8A-8820-4DC0C5895972}" presName="circ7" presStyleLbl="vennNode1" presStyleIdx="6" presStyleCnt="7"/>
      <dgm:spPr/>
    </dgm:pt>
    <dgm:pt modelId="{7FFE1E7C-8C0E-4B9C-AC36-2CCAB8D4EABD}" type="pres">
      <dgm:prSet presAssocID="{0E56197A-CB37-4E8A-8820-4DC0C5895972}" presName="circ7Tx" presStyleLbl="revTx" presStyleIdx="0" presStyleCnt="0" custLinFactNeighborX="-11625" custLinFactNeighborY="29444">
        <dgm:presLayoutVars>
          <dgm:chMax val="0"/>
          <dgm:chPref val="0"/>
          <dgm:bulletEnabled val="1"/>
        </dgm:presLayoutVars>
      </dgm:prSet>
      <dgm:spPr/>
    </dgm:pt>
  </dgm:ptLst>
  <dgm:cxnLst>
    <dgm:cxn modelId="{7034C114-E38D-4BA7-879E-1ECB4E78D335}" srcId="{D8498803-C2FE-49B2-A6C4-813718F860E5}" destId="{B3A427AE-AA68-4CA2-BE58-6B5C722CEC91}" srcOrd="0" destOrd="0" parTransId="{E35B6D5A-A0CC-4655-885E-279AF96AF19E}" sibTransId="{A11BE308-9D09-4164-872B-73A612702A76}"/>
    <dgm:cxn modelId="{AD7F681D-1999-43C6-B72A-22842D3E8828}" srcId="{D8498803-C2FE-49B2-A6C4-813718F860E5}" destId="{FB3F841F-7B71-4478-893C-CCA624AF3E5F}" srcOrd="2" destOrd="0" parTransId="{0DF45B22-6F37-483E-94C3-D5DB3D5AC5CA}" sibTransId="{0F78316E-C9BD-47FC-9289-ADA19A26A525}"/>
    <dgm:cxn modelId="{DCF1D424-2C48-4B9F-AB31-CB8F8B7B79F0}" type="presOf" srcId="{02969789-BD07-4667-993E-624A7F923E90}" destId="{4094AF13-63D6-4933-9D54-B7503415B92B}" srcOrd="0" destOrd="0" presId="urn:microsoft.com/office/officeart/2005/8/layout/venn1"/>
    <dgm:cxn modelId="{453A8E5F-08D7-429B-930F-B2526B1BC4B1}" type="presOf" srcId="{34E2BA59-C459-4D2B-8A52-77E9A6A6EEA8}" destId="{59024623-F751-4ECE-A72B-D853536CA38A}" srcOrd="0" destOrd="0" presId="urn:microsoft.com/office/officeart/2005/8/layout/venn1"/>
    <dgm:cxn modelId="{EF56A46C-E9FB-4272-9CCF-1CE7399B271A}" type="presOf" srcId="{D8498803-C2FE-49B2-A6C4-813718F860E5}" destId="{E163B253-C369-4AD6-A5DA-D617B5A3810A}" srcOrd="0" destOrd="0" presId="urn:microsoft.com/office/officeart/2005/8/layout/venn1"/>
    <dgm:cxn modelId="{F1437A4F-D250-41FE-B13A-08EABC4C7BE3}" type="presOf" srcId="{E7A3701A-5DD1-4D3E-B335-65F1F4158ADA}" destId="{41C9C602-B3E2-42CF-B6B4-ACA84D1E16D6}" srcOrd="0" destOrd="0" presId="urn:microsoft.com/office/officeart/2005/8/layout/venn1"/>
    <dgm:cxn modelId="{5E569A8E-BD51-422E-8F97-7297F51C4A76}" type="presOf" srcId="{B3A427AE-AA68-4CA2-BE58-6B5C722CEC91}" destId="{73788B12-3325-46A9-9205-81020B9DEBFC}" srcOrd="0" destOrd="0" presId="urn:microsoft.com/office/officeart/2005/8/layout/venn1"/>
    <dgm:cxn modelId="{D8EBE192-00BA-47C0-8E94-4211CF479524}" type="presOf" srcId="{0E56197A-CB37-4E8A-8820-4DC0C5895972}" destId="{7FFE1E7C-8C0E-4B9C-AC36-2CCAB8D4EABD}" srcOrd="0" destOrd="0" presId="urn:microsoft.com/office/officeart/2005/8/layout/venn1"/>
    <dgm:cxn modelId="{C99DE096-592A-435F-8D67-72D1A2C9E672}" srcId="{D8498803-C2FE-49B2-A6C4-813718F860E5}" destId="{53D42C8D-07C5-4AEF-86E1-355753791DC1}" srcOrd="4" destOrd="0" parTransId="{841AEFC5-EEBF-44ED-A756-8C9A6D8C9ED4}" sibTransId="{ADF0606C-F88A-43AC-A028-D528AE4485A7}"/>
    <dgm:cxn modelId="{EE7189B9-9140-4F2B-8C1E-2F2D03B4BF27}" srcId="{D8498803-C2FE-49B2-A6C4-813718F860E5}" destId="{E7A3701A-5DD1-4D3E-B335-65F1F4158ADA}" srcOrd="3" destOrd="0" parTransId="{ECFE1A05-C3C7-417D-B15F-8D78F6E10168}" sibTransId="{8FA3783A-9207-4D48-985D-964BA4805C58}"/>
    <dgm:cxn modelId="{BDECC2E2-9FA2-4BB3-A9E5-E451C128DB5E}" type="presOf" srcId="{53D42C8D-07C5-4AEF-86E1-355753791DC1}" destId="{003ABA56-4266-46EE-9BE7-87158531C714}" srcOrd="0" destOrd="0" presId="urn:microsoft.com/office/officeart/2005/8/layout/venn1"/>
    <dgm:cxn modelId="{5EDA98E4-A862-420B-AFAE-850344AC5BAD}" type="presOf" srcId="{FB3F841F-7B71-4478-893C-CCA624AF3E5F}" destId="{31A28893-25A8-4B43-A035-8CFB396DA917}" srcOrd="0" destOrd="0" presId="urn:microsoft.com/office/officeart/2005/8/layout/venn1"/>
    <dgm:cxn modelId="{8EC5EDE6-E5B0-42EA-B0A5-786A50605C3E}" srcId="{D8498803-C2FE-49B2-A6C4-813718F860E5}" destId="{02969789-BD07-4667-993E-624A7F923E90}" srcOrd="1" destOrd="0" parTransId="{76A7BAD8-BD0C-493D-BA96-98860E73E76B}" sibTransId="{34B7D668-B4A9-48F7-A546-01C9146F3FF4}"/>
    <dgm:cxn modelId="{422188F5-A9E6-4ACB-847F-46B8B8072E28}" srcId="{D8498803-C2FE-49B2-A6C4-813718F860E5}" destId="{34E2BA59-C459-4D2B-8A52-77E9A6A6EEA8}" srcOrd="5" destOrd="0" parTransId="{86D7F278-795F-46F8-AC94-037EB8BBB718}" sibTransId="{AF4436BC-155D-4EEB-AC5B-81B67674D6AE}"/>
    <dgm:cxn modelId="{D23A5EF8-F125-49F9-8729-7BD25DAEAF58}" srcId="{D8498803-C2FE-49B2-A6C4-813718F860E5}" destId="{0E56197A-CB37-4E8A-8820-4DC0C5895972}" srcOrd="6" destOrd="0" parTransId="{CD0C1EC9-201C-42E6-AD27-D1B97448C9A1}" sibTransId="{0B599BA3-1BCC-4173-ADB7-3A5FA8ADA8BF}"/>
    <dgm:cxn modelId="{1BEBBB48-9209-4124-B8F2-39F6BC068CB2}" type="presParOf" srcId="{E163B253-C369-4AD6-A5DA-D617B5A3810A}" destId="{707D2B9D-95F5-424E-8C2B-B677172B50AF}" srcOrd="0" destOrd="0" presId="urn:microsoft.com/office/officeart/2005/8/layout/venn1"/>
    <dgm:cxn modelId="{C83F7894-ABAC-4A9D-9EB5-8EB340AA790F}" type="presParOf" srcId="{E163B253-C369-4AD6-A5DA-D617B5A3810A}" destId="{73788B12-3325-46A9-9205-81020B9DEBFC}" srcOrd="1" destOrd="0" presId="urn:microsoft.com/office/officeart/2005/8/layout/venn1"/>
    <dgm:cxn modelId="{8216CB0A-3B19-4B77-8974-1B48C464CAA1}" type="presParOf" srcId="{E163B253-C369-4AD6-A5DA-D617B5A3810A}" destId="{C595909B-34B3-4977-B69F-BC955322A13A}" srcOrd="2" destOrd="0" presId="urn:microsoft.com/office/officeart/2005/8/layout/venn1"/>
    <dgm:cxn modelId="{6A4A00B7-D8CD-409D-BC68-8DA7A1CC5A05}" type="presParOf" srcId="{E163B253-C369-4AD6-A5DA-D617B5A3810A}" destId="{4094AF13-63D6-4933-9D54-B7503415B92B}" srcOrd="3" destOrd="0" presId="urn:microsoft.com/office/officeart/2005/8/layout/venn1"/>
    <dgm:cxn modelId="{47F3D951-FF24-4E81-9A37-DEBA7C12F9B6}" type="presParOf" srcId="{E163B253-C369-4AD6-A5DA-D617B5A3810A}" destId="{5CB204A2-CD06-4294-8890-C44CAA068B18}" srcOrd="4" destOrd="0" presId="urn:microsoft.com/office/officeart/2005/8/layout/venn1"/>
    <dgm:cxn modelId="{2305320C-08E5-4445-98DA-5DDDEAD2E23F}" type="presParOf" srcId="{E163B253-C369-4AD6-A5DA-D617B5A3810A}" destId="{31A28893-25A8-4B43-A035-8CFB396DA917}" srcOrd="5" destOrd="0" presId="urn:microsoft.com/office/officeart/2005/8/layout/venn1"/>
    <dgm:cxn modelId="{964D5F78-CD97-4296-BB31-87A4D6E0A37C}" type="presParOf" srcId="{E163B253-C369-4AD6-A5DA-D617B5A3810A}" destId="{15BF86CC-3FAE-48EE-96A9-2AA39405DE97}" srcOrd="6" destOrd="0" presId="urn:microsoft.com/office/officeart/2005/8/layout/venn1"/>
    <dgm:cxn modelId="{66EE5979-2681-416D-8D8C-AF7E1BD75214}" type="presParOf" srcId="{E163B253-C369-4AD6-A5DA-D617B5A3810A}" destId="{41C9C602-B3E2-42CF-B6B4-ACA84D1E16D6}" srcOrd="7" destOrd="0" presId="urn:microsoft.com/office/officeart/2005/8/layout/venn1"/>
    <dgm:cxn modelId="{F22777D3-7867-450F-BAC5-FE47C818DB3A}" type="presParOf" srcId="{E163B253-C369-4AD6-A5DA-D617B5A3810A}" destId="{47B9E563-A68F-43F9-AC26-13CD358A2B29}" srcOrd="8" destOrd="0" presId="urn:microsoft.com/office/officeart/2005/8/layout/venn1"/>
    <dgm:cxn modelId="{1C106C83-CAF8-4B2E-9070-D2F5F59589FC}" type="presParOf" srcId="{E163B253-C369-4AD6-A5DA-D617B5A3810A}" destId="{003ABA56-4266-46EE-9BE7-87158531C714}" srcOrd="9" destOrd="0" presId="urn:microsoft.com/office/officeart/2005/8/layout/venn1"/>
    <dgm:cxn modelId="{6FBC9DC0-9C52-4F32-88B5-6DC2F7D8381D}" type="presParOf" srcId="{E163B253-C369-4AD6-A5DA-D617B5A3810A}" destId="{73F8EEB3-9817-4F7E-B2F0-F2DF6D115D66}" srcOrd="10" destOrd="0" presId="urn:microsoft.com/office/officeart/2005/8/layout/venn1"/>
    <dgm:cxn modelId="{8DC9911B-FC0E-4227-AA44-6B4CF3BBF7BB}" type="presParOf" srcId="{E163B253-C369-4AD6-A5DA-D617B5A3810A}" destId="{59024623-F751-4ECE-A72B-D853536CA38A}" srcOrd="11" destOrd="0" presId="urn:microsoft.com/office/officeart/2005/8/layout/venn1"/>
    <dgm:cxn modelId="{6D6D513D-6F93-4934-AEFB-ABE10B3D734A}" type="presParOf" srcId="{E163B253-C369-4AD6-A5DA-D617B5A3810A}" destId="{7B9DE135-F5DD-490D-A3C1-057AE3CD5CDE}" srcOrd="12" destOrd="0" presId="urn:microsoft.com/office/officeart/2005/8/layout/venn1"/>
    <dgm:cxn modelId="{C68AEEEC-6BAB-4B18-A1CA-F1B78D3BB2DF}" type="presParOf" srcId="{E163B253-C369-4AD6-A5DA-D617B5A3810A}" destId="{7FFE1E7C-8C0E-4B9C-AC36-2CCAB8D4EABD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5E3BED-887C-4AA5-9BAB-C4E9B9E2F06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A78AE87-02B6-454D-983D-CC8ED9CE8FAC}">
      <dgm:prSet phldrT="[Texte]"/>
      <dgm:spPr/>
      <dgm:t>
        <a:bodyPr/>
        <a:lstStyle/>
        <a:p>
          <a:r>
            <a:rPr lang="fr-FR"/>
            <a:t>Phase recherche et expérimentation</a:t>
          </a:r>
        </a:p>
      </dgm:t>
    </dgm:pt>
    <dgm:pt modelId="{8D3A428A-76CC-4DFD-9B45-72FEB54B874D}" type="parTrans" cxnId="{B3C8D3A8-C8D4-43E4-A5EA-1A11FC8878F2}">
      <dgm:prSet/>
      <dgm:spPr/>
      <dgm:t>
        <a:bodyPr/>
        <a:lstStyle/>
        <a:p>
          <a:endParaRPr lang="fr-FR"/>
        </a:p>
      </dgm:t>
    </dgm:pt>
    <dgm:pt modelId="{85DC7EEC-0372-4C2D-ADD9-A9B2A6EED060}" type="sibTrans" cxnId="{B3C8D3A8-C8D4-43E4-A5EA-1A11FC8878F2}">
      <dgm:prSet/>
      <dgm:spPr/>
      <dgm:t>
        <a:bodyPr/>
        <a:lstStyle/>
        <a:p>
          <a:endParaRPr lang="fr-FR"/>
        </a:p>
      </dgm:t>
    </dgm:pt>
    <dgm:pt modelId="{340E83A8-7AB4-4EAA-969D-AC09928589AE}">
      <dgm:prSet phldrT="[Texte]"/>
      <dgm:spPr/>
      <dgm:t>
        <a:bodyPr/>
        <a:lstStyle/>
        <a:p>
          <a:r>
            <a:rPr lang="fr-FR"/>
            <a:t>Phase propulsion</a:t>
          </a:r>
        </a:p>
      </dgm:t>
    </dgm:pt>
    <dgm:pt modelId="{EF954CD1-63C0-44C5-B66C-9BCD9E8D1D3A}" type="parTrans" cxnId="{BDB7D2A9-3915-4EE6-8996-87ED0C47379B}">
      <dgm:prSet/>
      <dgm:spPr/>
      <dgm:t>
        <a:bodyPr/>
        <a:lstStyle/>
        <a:p>
          <a:endParaRPr lang="fr-FR"/>
        </a:p>
      </dgm:t>
    </dgm:pt>
    <dgm:pt modelId="{578915C3-0BF5-4D6E-BB2F-2592BDF39D3C}" type="sibTrans" cxnId="{BDB7D2A9-3915-4EE6-8996-87ED0C47379B}">
      <dgm:prSet/>
      <dgm:spPr/>
      <dgm:t>
        <a:bodyPr/>
        <a:lstStyle/>
        <a:p>
          <a:endParaRPr lang="fr-FR"/>
        </a:p>
      </dgm:t>
    </dgm:pt>
    <dgm:pt modelId="{3636545C-5BB8-459E-B09D-06ED271AA421}">
      <dgm:prSet phldrT="[Texte]"/>
      <dgm:spPr/>
      <dgm:t>
        <a:bodyPr/>
        <a:lstStyle/>
        <a:p>
          <a:r>
            <a:rPr lang="fr-FR"/>
            <a:t>Phase utilité collective</a:t>
          </a:r>
        </a:p>
      </dgm:t>
    </dgm:pt>
    <dgm:pt modelId="{72C3CFD3-8690-4252-B16B-78674DE4CF41}" type="parTrans" cxnId="{896D89BF-5CAC-4D5A-A6B5-9CB8B7A4A138}">
      <dgm:prSet/>
      <dgm:spPr/>
      <dgm:t>
        <a:bodyPr/>
        <a:lstStyle/>
        <a:p>
          <a:endParaRPr lang="fr-FR"/>
        </a:p>
      </dgm:t>
    </dgm:pt>
    <dgm:pt modelId="{984EF59E-7D76-4DB6-B513-833CD226C1B3}" type="sibTrans" cxnId="{896D89BF-5CAC-4D5A-A6B5-9CB8B7A4A138}">
      <dgm:prSet/>
      <dgm:spPr/>
      <dgm:t>
        <a:bodyPr/>
        <a:lstStyle/>
        <a:p>
          <a:endParaRPr lang="fr-FR"/>
        </a:p>
      </dgm:t>
    </dgm:pt>
    <dgm:pt modelId="{13BF080D-4A93-475B-AA48-9003B682DA5B}" type="pres">
      <dgm:prSet presAssocID="{475E3BED-887C-4AA5-9BAB-C4E9B9E2F063}" presName="CompostProcess" presStyleCnt="0">
        <dgm:presLayoutVars>
          <dgm:dir/>
          <dgm:resizeHandles val="exact"/>
        </dgm:presLayoutVars>
      </dgm:prSet>
      <dgm:spPr/>
    </dgm:pt>
    <dgm:pt modelId="{6B4163A8-8FF2-4CF0-90EB-234EED3935CA}" type="pres">
      <dgm:prSet presAssocID="{475E3BED-887C-4AA5-9BAB-C4E9B9E2F063}" presName="arrow" presStyleLbl="bgShp" presStyleIdx="0" presStyleCnt="1"/>
      <dgm:spPr/>
    </dgm:pt>
    <dgm:pt modelId="{23E18D41-8071-4F7A-BA1F-6BFC33695947}" type="pres">
      <dgm:prSet presAssocID="{475E3BED-887C-4AA5-9BAB-C4E9B9E2F063}" presName="linearProcess" presStyleCnt="0"/>
      <dgm:spPr/>
    </dgm:pt>
    <dgm:pt modelId="{40690F06-7D21-4C0B-A675-0658B3072FB2}" type="pres">
      <dgm:prSet presAssocID="{2A78AE87-02B6-454D-983D-CC8ED9CE8FAC}" presName="textNode" presStyleLbl="node1" presStyleIdx="0" presStyleCnt="3">
        <dgm:presLayoutVars>
          <dgm:bulletEnabled val="1"/>
        </dgm:presLayoutVars>
      </dgm:prSet>
      <dgm:spPr/>
    </dgm:pt>
    <dgm:pt modelId="{B0212A39-E6A5-44F5-901B-4D98F9006D97}" type="pres">
      <dgm:prSet presAssocID="{85DC7EEC-0372-4C2D-ADD9-A9B2A6EED060}" presName="sibTrans" presStyleCnt="0"/>
      <dgm:spPr/>
    </dgm:pt>
    <dgm:pt modelId="{FA1400AD-0868-40E2-AB96-2D09AEAB37A3}" type="pres">
      <dgm:prSet presAssocID="{340E83A8-7AB4-4EAA-969D-AC09928589AE}" presName="textNode" presStyleLbl="node1" presStyleIdx="1" presStyleCnt="3">
        <dgm:presLayoutVars>
          <dgm:bulletEnabled val="1"/>
        </dgm:presLayoutVars>
      </dgm:prSet>
      <dgm:spPr/>
    </dgm:pt>
    <dgm:pt modelId="{5ADE0129-A295-4356-8EB1-061F731B6A77}" type="pres">
      <dgm:prSet presAssocID="{578915C3-0BF5-4D6E-BB2F-2592BDF39D3C}" presName="sibTrans" presStyleCnt="0"/>
      <dgm:spPr/>
    </dgm:pt>
    <dgm:pt modelId="{37D26C33-DB9B-4292-86E4-71273D481435}" type="pres">
      <dgm:prSet presAssocID="{3636545C-5BB8-459E-B09D-06ED271AA42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8134327-D630-4FF5-9FC4-719BBC40B490}" type="presOf" srcId="{340E83A8-7AB4-4EAA-969D-AC09928589AE}" destId="{FA1400AD-0868-40E2-AB96-2D09AEAB37A3}" srcOrd="0" destOrd="0" presId="urn:microsoft.com/office/officeart/2005/8/layout/hProcess9"/>
    <dgm:cxn modelId="{165E826A-D8B9-40AA-BCB7-DFE57E2DD10C}" type="presOf" srcId="{475E3BED-887C-4AA5-9BAB-C4E9B9E2F063}" destId="{13BF080D-4A93-475B-AA48-9003B682DA5B}" srcOrd="0" destOrd="0" presId="urn:microsoft.com/office/officeart/2005/8/layout/hProcess9"/>
    <dgm:cxn modelId="{8EE32A6C-33CA-45FC-A845-F9E65534AC1A}" type="presOf" srcId="{3636545C-5BB8-459E-B09D-06ED271AA421}" destId="{37D26C33-DB9B-4292-86E4-71273D481435}" srcOrd="0" destOrd="0" presId="urn:microsoft.com/office/officeart/2005/8/layout/hProcess9"/>
    <dgm:cxn modelId="{B3C8D3A8-C8D4-43E4-A5EA-1A11FC8878F2}" srcId="{475E3BED-887C-4AA5-9BAB-C4E9B9E2F063}" destId="{2A78AE87-02B6-454D-983D-CC8ED9CE8FAC}" srcOrd="0" destOrd="0" parTransId="{8D3A428A-76CC-4DFD-9B45-72FEB54B874D}" sibTransId="{85DC7EEC-0372-4C2D-ADD9-A9B2A6EED060}"/>
    <dgm:cxn modelId="{BDB7D2A9-3915-4EE6-8996-87ED0C47379B}" srcId="{475E3BED-887C-4AA5-9BAB-C4E9B9E2F063}" destId="{340E83A8-7AB4-4EAA-969D-AC09928589AE}" srcOrd="1" destOrd="0" parTransId="{EF954CD1-63C0-44C5-B66C-9BCD9E8D1D3A}" sibTransId="{578915C3-0BF5-4D6E-BB2F-2592BDF39D3C}"/>
    <dgm:cxn modelId="{896D89BF-5CAC-4D5A-A6B5-9CB8B7A4A138}" srcId="{475E3BED-887C-4AA5-9BAB-C4E9B9E2F063}" destId="{3636545C-5BB8-459E-B09D-06ED271AA421}" srcOrd="2" destOrd="0" parTransId="{72C3CFD3-8690-4252-B16B-78674DE4CF41}" sibTransId="{984EF59E-7D76-4DB6-B513-833CD226C1B3}"/>
    <dgm:cxn modelId="{D97C85D7-914B-4FF7-B1E4-7FD35B1F1304}" type="presOf" srcId="{2A78AE87-02B6-454D-983D-CC8ED9CE8FAC}" destId="{40690F06-7D21-4C0B-A675-0658B3072FB2}" srcOrd="0" destOrd="0" presId="urn:microsoft.com/office/officeart/2005/8/layout/hProcess9"/>
    <dgm:cxn modelId="{FB456EC2-9DED-4E3F-98C7-12C8C28D7F7B}" type="presParOf" srcId="{13BF080D-4A93-475B-AA48-9003B682DA5B}" destId="{6B4163A8-8FF2-4CF0-90EB-234EED3935CA}" srcOrd="0" destOrd="0" presId="urn:microsoft.com/office/officeart/2005/8/layout/hProcess9"/>
    <dgm:cxn modelId="{0CAEC94E-2EB3-4AD9-B66B-FDDD2E47C3D3}" type="presParOf" srcId="{13BF080D-4A93-475B-AA48-9003B682DA5B}" destId="{23E18D41-8071-4F7A-BA1F-6BFC33695947}" srcOrd="1" destOrd="0" presId="urn:microsoft.com/office/officeart/2005/8/layout/hProcess9"/>
    <dgm:cxn modelId="{4D4802BD-111A-4971-8EFF-5D4758221E91}" type="presParOf" srcId="{23E18D41-8071-4F7A-BA1F-6BFC33695947}" destId="{40690F06-7D21-4C0B-A675-0658B3072FB2}" srcOrd="0" destOrd="0" presId="urn:microsoft.com/office/officeart/2005/8/layout/hProcess9"/>
    <dgm:cxn modelId="{F30DB407-8B6D-4CF9-BEC4-AC80BAB7A59B}" type="presParOf" srcId="{23E18D41-8071-4F7A-BA1F-6BFC33695947}" destId="{B0212A39-E6A5-44F5-901B-4D98F9006D97}" srcOrd="1" destOrd="0" presId="urn:microsoft.com/office/officeart/2005/8/layout/hProcess9"/>
    <dgm:cxn modelId="{C2B50001-9615-45B4-B4EC-4284D201B5A3}" type="presParOf" srcId="{23E18D41-8071-4F7A-BA1F-6BFC33695947}" destId="{FA1400AD-0868-40E2-AB96-2D09AEAB37A3}" srcOrd="2" destOrd="0" presId="urn:microsoft.com/office/officeart/2005/8/layout/hProcess9"/>
    <dgm:cxn modelId="{7C6C93F4-DD55-4FBC-A87A-671475623844}" type="presParOf" srcId="{23E18D41-8071-4F7A-BA1F-6BFC33695947}" destId="{5ADE0129-A295-4356-8EB1-061F731B6A77}" srcOrd="3" destOrd="0" presId="urn:microsoft.com/office/officeart/2005/8/layout/hProcess9"/>
    <dgm:cxn modelId="{222F6567-CC6F-4F9A-9DCC-66FA86304F29}" type="presParOf" srcId="{23E18D41-8071-4F7A-BA1F-6BFC33695947}" destId="{37D26C33-DB9B-4292-86E4-71273D48143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E73EA1-FE5B-4C3E-86B2-E9B4FFB24DA5}" type="doc">
      <dgm:prSet loTypeId="urn:microsoft.com/office/officeart/2005/8/layout/cycle2" loCatId="cycle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fr-FR"/>
        </a:p>
      </dgm:t>
    </dgm:pt>
    <dgm:pt modelId="{B0173967-D176-43A2-BE11-009D043BBB28}">
      <dgm:prSet phldrT="[Texte]"/>
      <dgm:spPr/>
      <dgm:t>
        <a:bodyPr/>
        <a:lstStyle/>
        <a:p>
          <a:r>
            <a:rPr lang="fr-FR" dirty="0"/>
            <a:t>Idée</a:t>
          </a:r>
        </a:p>
      </dgm:t>
    </dgm:pt>
    <dgm:pt modelId="{C2BDB1D1-C142-41F3-8375-FD3887E5E072}" type="parTrans" cxnId="{C41519CA-F212-4702-AC63-1346BF6901A6}">
      <dgm:prSet/>
      <dgm:spPr/>
      <dgm:t>
        <a:bodyPr/>
        <a:lstStyle/>
        <a:p>
          <a:endParaRPr lang="fr-FR"/>
        </a:p>
      </dgm:t>
    </dgm:pt>
    <dgm:pt modelId="{527035BA-C9BD-4525-9C51-FADF4ACCE0EE}" type="sibTrans" cxnId="{C41519CA-F212-4702-AC63-1346BF6901A6}">
      <dgm:prSet/>
      <dgm:spPr/>
      <dgm:t>
        <a:bodyPr/>
        <a:lstStyle/>
        <a:p>
          <a:endParaRPr lang="fr-FR"/>
        </a:p>
      </dgm:t>
    </dgm:pt>
    <dgm:pt modelId="{61FFB5B5-1A70-44A1-87F7-BF1C7863F52B}">
      <dgm:prSet phldrT="[Texte]"/>
      <dgm:spPr/>
      <dgm:t>
        <a:bodyPr/>
        <a:lstStyle/>
        <a:p>
          <a:r>
            <a:rPr lang="fr-FR" dirty="0"/>
            <a:t>Créativité</a:t>
          </a:r>
        </a:p>
      </dgm:t>
    </dgm:pt>
    <dgm:pt modelId="{F354F092-0A2B-4680-96E1-8B277BC6DC4B}" type="parTrans" cxnId="{E29DD8FF-61E0-4F33-A0D1-F9C088BCCBBF}">
      <dgm:prSet/>
      <dgm:spPr/>
      <dgm:t>
        <a:bodyPr/>
        <a:lstStyle/>
        <a:p>
          <a:endParaRPr lang="fr-FR"/>
        </a:p>
      </dgm:t>
    </dgm:pt>
    <dgm:pt modelId="{CF65BF29-875B-4FE2-BAC6-AB7E7A1AC084}" type="sibTrans" cxnId="{E29DD8FF-61E0-4F33-A0D1-F9C088BCCBBF}">
      <dgm:prSet/>
      <dgm:spPr/>
      <dgm:t>
        <a:bodyPr/>
        <a:lstStyle/>
        <a:p>
          <a:endParaRPr lang="fr-FR"/>
        </a:p>
      </dgm:t>
    </dgm:pt>
    <dgm:pt modelId="{6332B38C-9C85-4302-94D4-05F6975DEBC4}">
      <dgm:prSet phldrT="[Texte]"/>
      <dgm:spPr/>
      <dgm:t>
        <a:bodyPr/>
        <a:lstStyle/>
        <a:p>
          <a:r>
            <a:rPr lang="fr-FR" dirty="0"/>
            <a:t>Solutions</a:t>
          </a:r>
        </a:p>
      </dgm:t>
    </dgm:pt>
    <dgm:pt modelId="{E899C2C2-C5FF-4EC6-B3E6-0105448C2AE2}" type="parTrans" cxnId="{15E39251-888D-4236-AEDE-15C2C5F53E77}">
      <dgm:prSet/>
      <dgm:spPr/>
      <dgm:t>
        <a:bodyPr/>
        <a:lstStyle/>
        <a:p>
          <a:endParaRPr lang="fr-FR"/>
        </a:p>
      </dgm:t>
    </dgm:pt>
    <dgm:pt modelId="{551B32AE-9A5E-447E-B98B-9711182EABAF}" type="sibTrans" cxnId="{15E39251-888D-4236-AEDE-15C2C5F53E77}">
      <dgm:prSet/>
      <dgm:spPr/>
      <dgm:t>
        <a:bodyPr/>
        <a:lstStyle/>
        <a:p>
          <a:endParaRPr lang="fr-FR"/>
        </a:p>
      </dgm:t>
    </dgm:pt>
    <dgm:pt modelId="{0E013DC9-B4AD-4CC8-9EC0-74716E9D2709}">
      <dgm:prSet phldrT="[Texte]"/>
      <dgm:spPr/>
      <dgm:t>
        <a:bodyPr/>
        <a:lstStyle/>
        <a:p>
          <a:r>
            <a:rPr lang="fr-FR" dirty="0"/>
            <a:t>Prototypage</a:t>
          </a:r>
        </a:p>
      </dgm:t>
    </dgm:pt>
    <dgm:pt modelId="{9F5B2AD5-C925-479B-ACFE-546B44B57908}" type="parTrans" cxnId="{525A0350-B60C-4439-BB11-1B8BED2BB688}">
      <dgm:prSet/>
      <dgm:spPr/>
      <dgm:t>
        <a:bodyPr/>
        <a:lstStyle/>
        <a:p>
          <a:endParaRPr lang="fr-FR"/>
        </a:p>
      </dgm:t>
    </dgm:pt>
    <dgm:pt modelId="{F589BFCD-EDAF-4705-B87E-44B292B32896}" type="sibTrans" cxnId="{525A0350-B60C-4439-BB11-1B8BED2BB688}">
      <dgm:prSet/>
      <dgm:spPr/>
      <dgm:t>
        <a:bodyPr/>
        <a:lstStyle/>
        <a:p>
          <a:endParaRPr lang="fr-FR"/>
        </a:p>
      </dgm:t>
    </dgm:pt>
    <dgm:pt modelId="{ACC790E5-0A15-4C65-A233-9E929519E3F4}">
      <dgm:prSet phldrT="[Texte]"/>
      <dgm:spPr/>
      <dgm:t>
        <a:bodyPr/>
        <a:lstStyle/>
        <a:p>
          <a:r>
            <a:rPr lang="fr-FR" dirty="0"/>
            <a:t>Expérimentation</a:t>
          </a:r>
        </a:p>
      </dgm:t>
    </dgm:pt>
    <dgm:pt modelId="{CE8C832A-C9A7-4D0A-9C07-66B492E35005}" type="parTrans" cxnId="{E5CC7C83-3F67-41A0-B7A3-33AA7FF2F202}">
      <dgm:prSet/>
      <dgm:spPr/>
      <dgm:t>
        <a:bodyPr/>
        <a:lstStyle/>
        <a:p>
          <a:endParaRPr lang="fr-FR"/>
        </a:p>
      </dgm:t>
    </dgm:pt>
    <dgm:pt modelId="{12403DC8-8B05-43F1-ADCB-5160A395F0EC}" type="sibTrans" cxnId="{E5CC7C83-3F67-41A0-B7A3-33AA7FF2F202}">
      <dgm:prSet/>
      <dgm:spPr/>
      <dgm:t>
        <a:bodyPr/>
        <a:lstStyle/>
        <a:p>
          <a:endParaRPr lang="fr-FR"/>
        </a:p>
      </dgm:t>
    </dgm:pt>
    <dgm:pt modelId="{BCE46907-A2C1-472E-B988-C566BD6DA079}">
      <dgm:prSet phldrT="[Texte]"/>
      <dgm:spPr/>
      <dgm:t>
        <a:bodyPr/>
        <a:lstStyle/>
        <a:p>
          <a:r>
            <a:rPr lang="fr-FR" dirty="0"/>
            <a:t>Découverte</a:t>
          </a:r>
        </a:p>
      </dgm:t>
    </dgm:pt>
    <dgm:pt modelId="{D09E0B45-FD61-4F59-B93B-2AC2C98505A5}" type="parTrans" cxnId="{79880593-7152-48B4-BC3D-1533EEFEB070}">
      <dgm:prSet/>
      <dgm:spPr/>
      <dgm:t>
        <a:bodyPr/>
        <a:lstStyle/>
        <a:p>
          <a:endParaRPr lang="fr-FR"/>
        </a:p>
      </dgm:t>
    </dgm:pt>
    <dgm:pt modelId="{19BD5830-DBFE-497E-8688-245D4007BE38}" type="sibTrans" cxnId="{79880593-7152-48B4-BC3D-1533EEFEB070}">
      <dgm:prSet/>
      <dgm:spPr/>
      <dgm:t>
        <a:bodyPr/>
        <a:lstStyle/>
        <a:p>
          <a:endParaRPr lang="fr-FR"/>
        </a:p>
      </dgm:t>
    </dgm:pt>
    <dgm:pt modelId="{159E7E5F-9A1F-42C7-895E-D18A774AA82E}">
      <dgm:prSet phldrT="[Texte]"/>
      <dgm:spPr/>
      <dgm:t>
        <a:bodyPr/>
        <a:lstStyle/>
        <a:p>
          <a:r>
            <a:rPr lang="fr-FR" dirty="0"/>
            <a:t>Valorisation</a:t>
          </a:r>
        </a:p>
      </dgm:t>
    </dgm:pt>
    <dgm:pt modelId="{FC7A9CE8-8500-4DD9-A4AF-1FD8608AEDE5}" type="parTrans" cxnId="{78146E5D-44A6-475A-BED9-1099A26F9CB8}">
      <dgm:prSet/>
      <dgm:spPr/>
      <dgm:t>
        <a:bodyPr/>
        <a:lstStyle/>
        <a:p>
          <a:endParaRPr lang="fr-FR"/>
        </a:p>
      </dgm:t>
    </dgm:pt>
    <dgm:pt modelId="{C732A532-9858-4612-840E-99C9F6B285F8}" type="sibTrans" cxnId="{78146E5D-44A6-475A-BED9-1099A26F9CB8}">
      <dgm:prSet/>
      <dgm:spPr/>
      <dgm:t>
        <a:bodyPr/>
        <a:lstStyle/>
        <a:p>
          <a:endParaRPr lang="fr-FR"/>
        </a:p>
      </dgm:t>
    </dgm:pt>
    <dgm:pt modelId="{EA7F21C6-9A22-4172-978A-8EEB4E17F94F}">
      <dgm:prSet phldrT="[Texte]"/>
      <dgm:spPr/>
      <dgm:t>
        <a:bodyPr/>
        <a:lstStyle/>
        <a:p>
          <a:r>
            <a:rPr lang="fr-FR" dirty="0"/>
            <a:t>Transfert</a:t>
          </a:r>
        </a:p>
      </dgm:t>
    </dgm:pt>
    <dgm:pt modelId="{126A0ED6-AFDA-4FB7-96F7-FCC66E56AC6D}" type="parTrans" cxnId="{D5F29BEC-D838-48A4-8E6C-B6FD1BFC7647}">
      <dgm:prSet/>
      <dgm:spPr/>
      <dgm:t>
        <a:bodyPr/>
        <a:lstStyle/>
        <a:p>
          <a:endParaRPr lang="fr-FR"/>
        </a:p>
      </dgm:t>
    </dgm:pt>
    <dgm:pt modelId="{43F5716B-9E3F-49AA-96E8-0270F42E2678}" type="sibTrans" cxnId="{D5F29BEC-D838-48A4-8E6C-B6FD1BFC7647}">
      <dgm:prSet/>
      <dgm:spPr/>
      <dgm:t>
        <a:bodyPr/>
        <a:lstStyle/>
        <a:p>
          <a:endParaRPr lang="fr-FR"/>
        </a:p>
      </dgm:t>
    </dgm:pt>
    <dgm:pt modelId="{C3F0CD4F-C5F8-43AA-8645-1752C476C5E3}">
      <dgm:prSet phldrT="[Texte]"/>
      <dgm:spPr/>
      <dgm:t>
        <a:bodyPr/>
        <a:lstStyle/>
        <a:p>
          <a:r>
            <a:rPr lang="fr-FR" dirty="0"/>
            <a:t>Design</a:t>
          </a:r>
        </a:p>
      </dgm:t>
    </dgm:pt>
    <dgm:pt modelId="{D94B065F-C140-4018-AD2B-3DFD4D3B03F9}" type="parTrans" cxnId="{456539C2-0314-4B2C-96F0-38B56D230DD9}">
      <dgm:prSet/>
      <dgm:spPr/>
      <dgm:t>
        <a:bodyPr/>
        <a:lstStyle/>
        <a:p>
          <a:endParaRPr lang="fr-FR"/>
        </a:p>
      </dgm:t>
    </dgm:pt>
    <dgm:pt modelId="{1AD6B0A7-3B0F-4638-87BD-D6AA1FB8CF3A}" type="sibTrans" cxnId="{456539C2-0314-4B2C-96F0-38B56D230DD9}">
      <dgm:prSet/>
      <dgm:spPr/>
      <dgm:t>
        <a:bodyPr/>
        <a:lstStyle/>
        <a:p>
          <a:endParaRPr lang="fr-FR"/>
        </a:p>
      </dgm:t>
    </dgm:pt>
    <dgm:pt modelId="{5B51967C-014F-4FC8-8315-D3427AFF1A5D}">
      <dgm:prSet phldrT="[Texte]"/>
      <dgm:spPr/>
      <dgm:t>
        <a:bodyPr/>
        <a:lstStyle/>
        <a:p>
          <a:r>
            <a:rPr lang="fr-FR" dirty="0"/>
            <a:t>Production</a:t>
          </a:r>
        </a:p>
      </dgm:t>
    </dgm:pt>
    <dgm:pt modelId="{216134F9-4E86-4E94-94F7-49A5D5497D4A}" type="parTrans" cxnId="{1493BDEA-228B-4280-96AD-CE649EED214C}">
      <dgm:prSet/>
      <dgm:spPr/>
      <dgm:t>
        <a:bodyPr/>
        <a:lstStyle/>
        <a:p>
          <a:endParaRPr lang="fr-FR"/>
        </a:p>
      </dgm:t>
    </dgm:pt>
    <dgm:pt modelId="{BAA69046-B066-47EF-BC6D-17793260BA9C}" type="sibTrans" cxnId="{1493BDEA-228B-4280-96AD-CE649EED214C}">
      <dgm:prSet/>
      <dgm:spPr/>
      <dgm:t>
        <a:bodyPr/>
        <a:lstStyle/>
        <a:p>
          <a:endParaRPr lang="fr-FR"/>
        </a:p>
      </dgm:t>
    </dgm:pt>
    <dgm:pt modelId="{5C769203-95D7-42BF-91C4-1D0AB12148A7}">
      <dgm:prSet phldrT="[Texte]"/>
      <dgm:spPr/>
      <dgm:t>
        <a:bodyPr/>
        <a:lstStyle/>
        <a:p>
          <a:r>
            <a:rPr lang="fr-FR" dirty="0"/>
            <a:t>Diffusion</a:t>
          </a:r>
        </a:p>
      </dgm:t>
    </dgm:pt>
    <dgm:pt modelId="{5648BF9A-D24B-4CDF-90A8-5DB004A3FED4}" type="parTrans" cxnId="{E9C6E7E0-0EDD-400A-9AD8-7268331FBF11}">
      <dgm:prSet/>
      <dgm:spPr/>
      <dgm:t>
        <a:bodyPr/>
        <a:lstStyle/>
        <a:p>
          <a:endParaRPr lang="fr-FR"/>
        </a:p>
      </dgm:t>
    </dgm:pt>
    <dgm:pt modelId="{975D60D4-92B4-424E-A991-896582468472}" type="sibTrans" cxnId="{E9C6E7E0-0EDD-400A-9AD8-7268331FBF11}">
      <dgm:prSet/>
      <dgm:spPr/>
      <dgm:t>
        <a:bodyPr/>
        <a:lstStyle/>
        <a:p>
          <a:endParaRPr lang="fr-FR"/>
        </a:p>
      </dgm:t>
    </dgm:pt>
    <dgm:pt modelId="{46C1E623-1AB8-4B7D-87D2-3CCE90B51813}">
      <dgm:prSet phldrT="[Texte]"/>
      <dgm:spPr/>
      <dgm:t>
        <a:bodyPr/>
        <a:lstStyle/>
        <a:p>
          <a:r>
            <a:rPr lang="fr-FR" dirty="0"/>
            <a:t>Adoption</a:t>
          </a:r>
        </a:p>
      </dgm:t>
    </dgm:pt>
    <dgm:pt modelId="{B84C674A-6535-44DF-9D51-ED6ABAF3DE03}" type="parTrans" cxnId="{156B3CC1-B204-46DF-9DC0-869EFB63DDB5}">
      <dgm:prSet/>
      <dgm:spPr/>
      <dgm:t>
        <a:bodyPr/>
        <a:lstStyle/>
        <a:p>
          <a:endParaRPr lang="fr-FR"/>
        </a:p>
      </dgm:t>
    </dgm:pt>
    <dgm:pt modelId="{BCBC2A72-1CB5-4194-BF22-10DDA3FAB12C}" type="sibTrans" cxnId="{156B3CC1-B204-46DF-9DC0-869EFB63DDB5}">
      <dgm:prSet/>
      <dgm:spPr/>
      <dgm:t>
        <a:bodyPr/>
        <a:lstStyle/>
        <a:p>
          <a:endParaRPr lang="fr-FR"/>
        </a:p>
      </dgm:t>
    </dgm:pt>
    <dgm:pt modelId="{C98DF7E3-3457-4AAC-B198-72A01F94F8C9}">
      <dgm:prSet phldrT="[Texte]"/>
      <dgm:spPr/>
      <dgm:t>
        <a:bodyPr/>
        <a:lstStyle/>
        <a:p>
          <a:r>
            <a:rPr lang="fr-FR" dirty="0" err="1"/>
            <a:t>Selection</a:t>
          </a:r>
          <a:endParaRPr lang="fr-FR" dirty="0"/>
        </a:p>
      </dgm:t>
    </dgm:pt>
    <dgm:pt modelId="{14D2AEA9-C117-4C76-ACAE-90320CBBAB9E}" type="parTrans" cxnId="{EE3AA298-07BC-492B-848F-28457B8FC696}">
      <dgm:prSet/>
      <dgm:spPr/>
      <dgm:t>
        <a:bodyPr/>
        <a:lstStyle/>
        <a:p>
          <a:endParaRPr lang="fr-FR"/>
        </a:p>
      </dgm:t>
    </dgm:pt>
    <dgm:pt modelId="{783320F0-10DF-4500-8245-565999EC4747}" type="sibTrans" cxnId="{EE3AA298-07BC-492B-848F-28457B8FC696}">
      <dgm:prSet/>
      <dgm:spPr/>
      <dgm:t>
        <a:bodyPr/>
        <a:lstStyle/>
        <a:p>
          <a:endParaRPr lang="fr-FR"/>
        </a:p>
      </dgm:t>
    </dgm:pt>
    <dgm:pt modelId="{2F07814D-0B0A-4DDA-BF1A-DD33A71A9FFE}" type="pres">
      <dgm:prSet presAssocID="{4CE73EA1-FE5B-4C3E-86B2-E9B4FFB24DA5}" presName="cycle" presStyleCnt="0">
        <dgm:presLayoutVars>
          <dgm:dir/>
          <dgm:resizeHandles val="exact"/>
        </dgm:presLayoutVars>
      </dgm:prSet>
      <dgm:spPr/>
    </dgm:pt>
    <dgm:pt modelId="{682C4F77-A25F-46D4-8B6F-D80358074C61}" type="pres">
      <dgm:prSet presAssocID="{B0173967-D176-43A2-BE11-009D043BBB28}" presName="node" presStyleLbl="node1" presStyleIdx="0" presStyleCnt="13">
        <dgm:presLayoutVars>
          <dgm:bulletEnabled val="1"/>
        </dgm:presLayoutVars>
      </dgm:prSet>
      <dgm:spPr/>
    </dgm:pt>
    <dgm:pt modelId="{FD4C9FD4-D1C1-4E34-8053-028EFF0DDA7C}" type="pres">
      <dgm:prSet presAssocID="{527035BA-C9BD-4525-9C51-FADF4ACCE0EE}" presName="sibTrans" presStyleLbl="sibTrans2D1" presStyleIdx="0" presStyleCnt="13"/>
      <dgm:spPr/>
    </dgm:pt>
    <dgm:pt modelId="{BEAC7F7C-2F76-4EF1-AA3A-348A9632393A}" type="pres">
      <dgm:prSet presAssocID="{527035BA-C9BD-4525-9C51-FADF4ACCE0EE}" presName="connectorText" presStyleLbl="sibTrans2D1" presStyleIdx="0" presStyleCnt="13"/>
      <dgm:spPr/>
    </dgm:pt>
    <dgm:pt modelId="{0563E7CA-1846-4EC6-BDD3-09D6B43BE8DC}" type="pres">
      <dgm:prSet presAssocID="{61FFB5B5-1A70-44A1-87F7-BF1C7863F52B}" presName="node" presStyleLbl="node1" presStyleIdx="1" presStyleCnt="13">
        <dgm:presLayoutVars>
          <dgm:bulletEnabled val="1"/>
        </dgm:presLayoutVars>
      </dgm:prSet>
      <dgm:spPr/>
    </dgm:pt>
    <dgm:pt modelId="{AD6F3393-F8B3-4AA1-9450-32F2ADCFE74B}" type="pres">
      <dgm:prSet presAssocID="{CF65BF29-875B-4FE2-BAC6-AB7E7A1AC084}" presName="sibTrans" presStyleLbl="sibTrans2D1" presStyleIdx="1" presStyleCnt="13"/>
      <dgm:spPr/>
    </dgm:pt>
    <dgm:pt modelId="{91848AFE-5897-4549-9F69-F8A46D4C444A}" type="pres">
      <dgm:prSet presAssocID="{CF65BF29-875B-4FE2-BAC6-AB7E7A1AC084}" presName="connectorText" presStyleLbl="sibTrans2D1" presStyleIdx="1" presStyleCnt="13"/>
      <dgm:spPr/>
    </dgm:pt>
    <dgm:pt modelId="{094D1084-F0D6-4325-940C-3ED7DED8E7E8}" type="pres">
      <dgm:prSet presAssocID="{6332B38C-9C85-4302-94D4-05F6975DEBC4}" presName="node" presStyleLbl="node1" presStyleIdx="2" presStyleCnt="13">
        <dgm:presLayoutVars>
          <dgm:bulletEnabled val="1"/>
        </dgm:presLayoutVars>
      </dgm:prSet>
      <dgm:spPr/>
    </dgm:pt>
    <dgm:pt modelId="{34C5B0A8-8DA6-4B66-B5F4-41ABBCFC6961}" type="pres">
      <dgm:prSet presAssocID="{551B32AE-9A5E-447E-B98B-9711182EABAF}" presName="sibTrans" presStyleLbl="sibTrans2D1" presStyleIdx="2" presStyleCnt="13"/>
      <dgm:spPr/>
    </dgm:pt>
    <dgm:pt modelId="{67C9D23E-EF34-4EDC-A629-83679B9F3EC9}" type="pres">
      <dgm:prSet presAssocID="{551B32AE-9A5E-447E-B98B-9711182EABAF}" presName="connectorText" presStyleLbl="sibTrans2D1" presStyleIdx="2" presStyleCnt="13"/>
      <dgm:spPr/>
    </dgm:pt>
    <dgm:pt modelId="{FC4F1DF9-FDB2-4BF3-AFE7-5D8AC0512F10}" type="pres">
      <dgm:prSet presAssocID="{C98DF7E3-3457-4AAC-B198-72A01F94F8C9}" presName="node" presStyleLbl="node1" presStyleIdx="3" presStyleCnt="13">
        <dgm:presLayoutVars>
          <dgm:bulletEnabled val="1"/>
        </dgm:presLayoutVars>
      </dgm:prSet>
      <dgm:spPr/>
    </dgm:pt>
    <dgm:pt modelId="{CCFC91ED-AA9A-4385-A26C-FF544A10A4E8}" type="pres">
      <dgm:prSet presAssocID="{783320F0-10DF-4500-8245-565999EC4747}" presName="sibTrans" presStyleLbl="sibTrans2D1" presStyleIdx="3" presStyleCnt="13"/>
      <dgm:spPr/>
    </dgm:pt>
    <dgm:pt modelId="{C558D551-C16B-449F-A3BC-76F48E5DB553}" type="pres">
      <dgm:prSet presAssocID="{783320F0-10DF-4500-8245-565999EC4747}" presName="connectorText" presStyleLbl="sibTrans2D1" presStyleIdx="3" presStyleCnt="13"/>
      <dgm:spPr/>
    </dgm:pt>
    <dgm:pt modelId="{229E4F28-9A38-4E15-9F0F-851E0331FE10}" type="pres">
      <dgm:prSet presAssocID="{0E013DC9-B4AD-4CC8-9EC0-74716E9D2709}" presName="node" presStyleLbl="node1" presStyleIdx="4" presStyleCnt="13">
        <dgm:presLayoutVars>
          <dgm:bulletEnabled val="1"/>
        </dgm:presLayoutVars>
      </dgm:prSet>
      <dgm:spPr/>
    </dgm:pt>
    <dgm:pt modelId="{4A6E6E12-3556-42D8-9139-8BB67A5A11A0}" type="pres">
      <dgm:prSet presAssocID="{F589BFCD-EDAF-4705-B87E-44B292B32896}" presName="sibTrans" presStyleLbl="sibTrans2D1" presStyleIdx="4" presStyleCnt="13"/>
      <dgm:spPr/>
    </dgm:pt>
    <dgm:pt modelId="{70FB4479-1AA4-493F-A7A4-E13056592A86}" type="pres">
      <dgm:prSet presAssocID="{F589BFCD-EDAF-4705-B87E-44B292B32896}" presName="connectorText" presStyleLbl="sibTrans2D1" presStyleIdx="4" presStyleCnt="13"/>
      <dgm:spPr/>
    </dgm:pt>
    <dgm:pt modelId="{60498190-90BF-48B2-8E4D-BE8C4CA4FA6C}" type="pres">
      <dgm:prSet presAssocID="{ACC790E5-0A15-4C65-A233-9E929519E3F4}" presName="node" presStyleLbl="node1" presStyleIdx="5" presStyleCnt="13">
        <dgm:presLayoutVars>
          <dgm:bulletEnabled val="1"/>
        </dgm:presLayoutVars>
      </dgm:prSet>
      <dgm:spPr/>
    </dgm:pt>
    <dgm:pt modelId="{939E6C57-FD2F-4FB9-B66C-7631E0ECF332}" type="pres">
      <dgm:prSet presAssocID="{12403DC8-8B05-43F1-ADCB-5160A395F0EC}" presName="sibTrans" presStyleLbl="sibTrans2D1" presStyleIdx="5" presStyleCnt="13"/>
      <dgm:spPr/>
    </dgm:pt>
    <dgm:pt modelId="{6E21DA93-09F2-49C7-9BCD-113C76353FAD}" type="pres">
      <dgm:prSet presAssocID="{12403DC8-8B05-43F1-ADCB-5160A395F0EC}" presName="connectorText" presStyleLbl="sibTrans2D1" presStyleIdx="5" presStyleCnt="13"/>
      <dgm:spPr/>
    </dgm:pt>
    <dgm:pt modelId="{7F9F06CD-903F-4039-A46D-FCA895857601}" type="pres">
      <dgm:prSet presAssocID="{BCE46907-A2C1-472E-B988-C566BD6DA079}" presName="node" presStyleLbl="node1" presStyleIdx="6" presStyleCnt="13">
        <dgm:presLayoutVars>
          <dgm:bulletEnabled val="1"/>
        </dgm:presLayoutVars>
      </dgm:prSet>
      <dgm:spPr/>
    </dgm:pt>
    <dgm:pt modelId="{B6746C10-EBF1-40CF-90EB-8AD7CA1B98F7}" type="pres">
      <dgm:prSet presAssocID="{19BD5830-DBFE-497E-8688-245D4007BE38}" presName="sibTrans" presStyleLbl="sibTrans2D1" presStyleIdx="6" presStyleCnt="13"/>
      <dgm:spPr/>
    </dgm:pt>
    <dgm:pt modelId="{38DA0770-2EEA-47FF-9868-699E980391DD}" type="pres">
      <dgm:prSet presAssocID="{19BD5830-DBFE-497E-8688-245D4007BE38}" presName="connectorText" presStyleLbl="sibTrans2D1" presStyleIdx="6" presStyleCnt="13"/>
      <dgm:spPr/>
    </dgm:pt>
    <dgm:pt modelId="{714AA788-F6AF-45F6-AF6D-6D6224E345CE}" type="pres">
      <dgm:prSet presAssocID="{159E7E5F-9A1F-42C7-895E-D18A774AA82E}" presName="node" presStyleLbl="node1" presStyleIdx="7" presStyleCnt="13">
        <dgm:presLayoutVars>
          <dgm:bulletEnabled val="1"/>
        </dgm:presLayoutVars>
      </dgm:prSet>
      <dgm:spPr/>
    </dgm:pt>
    <dgm:pt modelId="{BD7FA48E-041C-47BE-95E2-162AD1505B76}" type="pres">
      <dgm:prSet presAssocID="{C732A532-9858-4612-840E-99C9F6B285F8}" presName="sibTrans" presStyleLbl="sibTrans2D1" presStyleIdx="7" presStyleCnt="13"/>
      <dgm:spPr/>
    </dgm:pt>
    <dgm:pt modelId="{B4CDFBDB-0B43-401C-AFFB-9C48259D0206}" type="pres">
      <dgm:prSet presAssocID="{C732A532-9858-4612-840E-99C9F6B285F8}" presName="connectorText" presStyleLbl="sibTrans2D1" presStyleIdx="7" presStyleCnt="13"/>
      <dgm:spPr/>
    </dgm:pt>
    <dgm:pt modelId="{83A45B67-FB69-4FAC-834E-DE06F3F8E8AC}" type="pres">
      <dgm:prSet presAssocID="{EA7F21C6-9A22-4172-978A-8EEB4E17F94F}" presName="node" presStyleLbl="node1" presStyleIdx="8" presStyleCnt="13">
        <dgm:presLayoutVars>
          <dgm:bulletEnabled val="1"/>
        </dgm:presLayoutVars>
      </dgm:prSet>
      <dgm:spPr/>
    </dgm:pt>
    <dgm:pt modelId="{BBE7E9D0-C9D6-4200-94EE-2F5258C95393}" type="pres">
      <dgm:prSet presAssocID="{43F5716B-9E3F-49AA-96E8-0270F42E2678}" presName="sibTrans" presStyleLbl="sibTrans2D1" presStyleIdx="8" presStyleCnt="13"/>
      <dgm:spPr/>
    </dgm:pt>
    <dgm:pt modelId="{8AA7B14C-864B-4CEE-9F43-15E08ECC822B}" type="pres">
      <dgm:prSet presAssocID="{43F5716B-9E3F-49AA-96E8-0270F42E2678}" presName="connectorText" presStyleLbl="sibTrans2D1" presStyleIdx="8" presStyleCnt="13"/>
      <dgm:spPr/>
    </dgm:pt>
    <dgm:pt modelId="{199A2C8D-ECEF-4FD3-BE3B-1BA8DEE098F2}" type="pres">
      <dgm:prSet presAssocID="{C3F0CD4F-C5F8-43AA-8645-1752C476C5E3}" presName="node" presStyleLbl="node1" presStyleIdx="9" presStyleCnt="13">
        <dgm:presLayoutVars>
          <dgm:bulletEnabled val="1"/>
        </dgm:presLayoutVars>
      </dgm:prSet>
      <dgm:spPr/>
    </dgm:pt>
    <dgm:pt modelId="{86679441-3A3F-4E31-808C-A23D8FFE7A21}" type="pres">
      <dgm:prSet presAssocID="{1AD6B0A7-3B0F-4638-87BD-D6AA1FB8CF3A}" presName="sibTrans" presStyleLbl="sibTrans2D1" presStyleIdx="9" presStyleCnt="13"/>
      <dgm:spPr/>
    </dgm:pt>
    <dgm:pt modelId="{4B9604B0-1FBF-4A64-BE11-2FBC14C260EE}" type="pres">
      <dgm:prSet presAssocID="{1AD6B0A7-3B0F-4638-87BD-D6AA1FB8CF3A}" presName="connectorText" presStyleLbl="sibTrans2D1" presStyleIdx="9" presStyleCnt="13"/>
      <dgm:spPr/>
    </dgm:pt>
    <dgm:pt modelId="{74FDE665-26E0-47FF-B331-1F4539FDF4D5}" type="pres">
      <dgm:prSet presAssocID="{5B51967C-014F-4FC8-8315-D3427AFF1A5D}" presName="node" presStyleLbl="node1" presStyleIdx="10" presStyleCnt="13">
        <dgm:presLayoutVars>
          <dgm:bulletEnabled val="1"/>
        </dgm:presLayoutVars>
      </dgm:prSet>
      <dgm:spPr/>
    </dgm:pt>
    <dgm:pt modelId="{3F0D6279-79C6-4D31-B270-226ACD499516}" type="pres">
      <dgm:prSet presAssocID="{BAA69046-B066-47EF-BC6D-17793260BA9C}" presName="sibTrans" presStyleLbl="sibTrans2D1" presStyleIdx="10" presStyleCnt="13"/>
      <dgm:spPr/>
    </dgm:pt>
    <dgm:pt modelId="{34C45A94-11A4-444C-80F2-4FF8F9BC93A0}" type="pres">
      <dgm:prSet presAssocID="{BAA69046-B066-47EF-BC6D-17793260BA9C}" presName="connectorText" presStyleLbl="sibTrans2D1" presStyleIdx="10" presStyleCnt="13"/>
      <dgm:spPr/>
    </dgm:pt>
    <dgm:pt modelId="{79587EF6-D22E-4D5A-9C5F-F73A42A1C77B}" type="pres">
      <dgm:prSet presAssocID="{5C769203-95D7-42BF-91C4-1D0AB12148A7}" presName="node" presStyleLbl="node1" presStyleIdx="11" presStyleCnt="13">
        <dgm:presLayoutVars>
          <dgm:bulletEnabled val="1"/>
        </dgm:presLayoutVars>
      </dgm:prSet>
      <dgm:spPr/>
    </dgm:pt>
    <dgm:pt modelId="{5B40DE8E-5DB6-4714-8521-D88424ED6304}" type="pres">
      <dgm:prSet presAssocID="{975D60D4-92B4-424E-A991-896582468472}" presName="sibTrans" presStyleLbl="sibTrans2D1" presStyleIdx="11" presStyleCnt="13"/>
      <dgm:spPr/>
    </dgm:pt>
    <dgm:pt modelId="{AF379831-51AF-4B17-A30D-11E93A24092A}" type="pres">
      <dgm:prSet presAssocID="{975D60D4-92B4-424E-A991-896582468472}" presName="connectorText" presStyleLbl="sibTrans2D1" presStyleIdx="11" presStyleCnt="13"/>
      <dgm:spPr/>
    </dgm:pt>
    <dgm:pt modelId="{54EFB24E-601B-40ED-A95C-E2CD1D7B6C95}" type="pres">
      <dgm:prSet presAssocID="{46C1E623-1AB8-4B7D-87D2-3CCE90B51813}" presName="node" presStyleLbl="node1" presStyleIdx="12" presStyleCnt="13">
        <dgm:presLayoutVars>
          <dgm:bulletEnabled val="1"/>
        </dgm:presLayoutVars>
      </dgm:prSet>
      <dgm:spPr/>
    </dgm:pt>
    <dgm:pt modelId="{B1DCC9F5-DB72-4D60-91A0-0F7F743F56EB}" type="pres">
      <dgm:prSet presAssocID="{BCBC2A72-1CB5-4194-BF22-10DDA3FAB12C}" presName="sibTrans" presStyleLbl="sibTrans2D1" presStyleIdx="12" presStyleCnt="13"/>
      <dgm:spPr/>
    </dgm:pt>
    <dgm:pt modelId="{A0D3661F-A44A-4DBD-BC61-F57300B606E7}" type="pres">
      <dgm:prSet presAssocID="{BCBC2A72-1CB5-4194-BF22-10DDA3FAB12C}" presName="connectorText" presStyleLbl="sibTrans2D1" presStyleIdx="12" presStyleCnt="13"/>
      <dgm:spPr/>
    </dgm:pt>
  </dgm:ptLst>
  <dgm:cxnLst>
    <dgm:cxn modelId="{B1439500-633C-4B7B-BF39-F11FF164510B}" type="presOf" srcId="{5B51967C-014F-4FC8-8315-D3427AFF1A5D}" destId="{74FDE665-26E0-47FF-B331-1F4539FDF4D5}" srcOrd="0" destOrd="0" presId="urn:microsoft.com/office/officeart/2005/8/layout/cycle2"/>
    <dgm:cxn modelId="{D1932D0A-D94B-4890-9211-ED9E49FF3095}" type="presOf" srcId="{975D60D4-92B4-424E-A991-896582468472}" destId="{AF379831-51AF-4B17-A30D-11E93A24092A}" srcOrd="1" destOrd="0" presId="urn:microsoft.com/office/officeart/2005/8/layout/cycle2"/>
    <dgm:cxn modelId="{13AAEE1A-5DA0-4373-9B83-479444F54173}" type="presOf" srcId="{19BD5830-DBFE-497E-8688-245D4007BE38}" destId="{B6746C10-EBF1-40CF-90EB-8AD7CA1B98F7}" srcOrd="0" destOrd="0" presId="urn:microsoft.com/office/officeart/2005/8/layout/cycle2"/>
    <dgm:cxn modelId="{1345201C-3A9C-42F3-A7C2-86FA318844B5}" type="presOf" srcId="{975D60D4-92B4-424E-A991-896582468472}" destId="{5B40DE8E-5DB6-4714-8521-D88424ED6304}" srcOrd="0" destOrd="0" presId="urn:microsoft.com/office/officeart/2005/8/layout/cycle2"/>
    <dgm:cxn modelId="{31612D22-0A36-41D7-B548-AF46D3BE63E0}" type="presOf" srcId="{4CE73EA1-FE5B-4C3E-86B2-E9B4FFB24DA5}" destId="{2F07814D-0B0A-4DDA-BF1A-DD33A71A9FFE}" srcOrd="0" destOrd="0" presId="urn:microsoft.com/office/officeart/2005/8/layout/cycle2"/>
    <dgm:cxn modelId="{F799072C-8311-4E28-9C15-BBDA1EED780E}" type="presOf" srcId="{B0173967-D176-43A2-BE11-009D043BBB28}" destId="{682C4F77-A25F-46D4-8B6F-D80358074C61}" srcOrd="0" destOrd="0" presId="urn:microsoft.com/office/officeart/2005/8/layout/cycle2"/>
    <dgm:cxn modelId="{F29B2F34-1D08-4D09-8F6D-880BBCAEBE99}" type="presOf" srcId="{783320F0-10DF-4500-8245-565999EC4747}" destId="{CCFC91ED-AA9A-4385-A26C-FF544A10A4E8}" srcOrd="0" destOrd="0" presId="urn:microsoft.com/office/officeart/2005/8/layout/cycle2"/>
    <dgm:cxn modelId="{B2835E39-FD55-4F91-95CA-BF5D02594006}" type="presOf" srcId="{19BD5830-DBFE-497E-8688-245D4007BE38}" destId="{38DA0770-2EEA-47FF-9868-699E980391DD}" srcOrd="1" destOrd="0" presId="urn:microsoft.com/office/officeart/2005/8/layout/cycle2"/>
    <dgm:cxn modelId="{78146E5D-44A6-475A-BED9-1099A26F9CB8}" srcId="{4CE73EA1-FE5B-4C3E-86B2-E9B4FFB24DA5}" destId="{159E7E5F-9A1F-42C7-895E-D18A774AA82E}" srcOrd="7" destOrd="0" parTransId="{FC7A9CE8-8500-4DD9-A4AF-1FD8608AEDE5}" sibTransId="{C732A532-9858-4612-840E-99C9F6B285F8}"/>
    <dgm:cxn modelId="{8569ED5E-FB3D-4DD8-AA1A-EF17E59850EB}" type="presOf" srcId="{C732A532-9858-4612-840E-99C9F6B285F8}" destId="{BD7FA48E-041C-47BE-95E2-162AD1505B76}" srcOrd="0" destOrd="0" presId="urn:microsoft.com/office/officeart/2005/8/layout/cycle2"/>
    <dgm:cxn modelId="{19124061-046C-40D6-85DA-7D046CCE2FED}" type="presOf" srcId="{C3F0CD4F-C5F8-43AA-8645-1752C476C5E3}" destId="{199A2C8D-ECEF-4FD3-BE3B-1BA8DEE098F2}" srcOrd="0" destOrd="0" presId="urn:microsoft.com/office/officeart/2005/8/layout/cycle2"/>
    <dgm:cxn modelId="{B01F5542-77DD-48BD-8529-B01202481AF1}" type="presOf" srcId="{0E013DC9-B4AD-4CC8-9EC0-74716E9D2709}" destId="{229E4F28-9A38-4E15-9F0F-851E0331FE10}" srcOrd="0" destOrd="0" presId="urn:microsoft.com/office/officeart/2005/8/layout/cycle2"/>
    <dgm:cxn modelId="{01833B64-ED3D-4196-AE0D-A6BEF648793C}" type="presOf" srcId="{159E7E5F-9A1F-42C7-895E-D18A774AA82E}" destId="{714AA788-F6AF-45F6-AF6D-6D6224E345CE}" srcOrd="0" destOrd="0" presId="urn:microsoft.com/office/officeart/2005/8/layout/cycle2"/>
    <dgm:cxn modelId="{8AC1A345-1621-4A5E-97D3-4530AB9720AE}" type="presOf" srcId="{BCBC2A72-1CB5-4194-BF22-10DDA3FAB12C}" destId="{B1DCC9F5-DB72-4D60-91A0-0F7F743F56EB}" srcOrd="0" destOrd="0" presId="urn:microsoft.com/office/officeart/2005/8/layout/cycle2"/>
    <dgm:cxn modelId="{525A0350-B60C-4439-BB11-1B8BED2BB688}" srcId="{4CE73EA1-FE5B-4C3E-86B2-E9B4FFB24DA5}" destId="{0E013DC9-B4AD-4CC8-9EC0-74716E9D2709}" srcOrd="4" destOrd="0" parTransId="{9F5B2AD5-C925-479B-ACFE-546B44B57908}" sibTransId="{F589BFCD-EDAF-4705-B87E-44B292B32896}"/>
    <dgm:cxn modelId="{15E39251-888D-4236-AEDE-15C2C5F53E77}" srcId="{4CE73EA1-FE5B-4C3E-86B2-E9B4FFB24DA5}" destId="{6332B38C-9C85-4302-94D4-05F6975DEBC4}" srcOrd="2" destOrd="0" parTransId="{E899C2C2-C5FF-4EC6-B3E6-0105448C2AE2}" sibTransId="{551B32AE-9A5E-447E-B98B-9711182EABAF}"/>
    <dgm:cxn modelId="{39D4A971-F1B4-47BD-9713-2B124C9CD4AB}" type="presOf" srcId="{43F5716B-9E3F-49AA-96E8-0270F42E2678}" destId="{BBE7E9D0-C9D6-4200-94EE-2F5258C95393}" srcOrd="0" destOrd="0" presId="urn:microsoft.com/office/officeart/2005/8/layout/cycle2"/>
    <dgm:cxn modelId="{CCC60956-67FF-40EC-B8B8-0D67B90EEE54}" type="presOf" srcId="{C98DF7E3-3457-4AAC-B198-72A01F94F8C9}" destId="{FC4F1DF9-FDB2-4BF3-AFE7-5D8AC0512F10}" srcOrd="0" destOrd="0" presId="urn:microsoft.com/office/officeart/2005/8/layout/cycle2"/>
    <dgm:cxn modelId="{24185676-FFEB-47FF-8688-C3B9E161452D}" type="presOf" srcId="{ACC790E5-0A15-4C65-A233-9E929519E3F4}" destId="{60498190-90BF-48B2-8E4D-BE8C4CA4FA6C}" srcOrd="0" destOrd="0" presId="urn:microsoft.com/office/officeart/2005/8/layout/cycle2"/>
    <dgm:cxn modelId="{D8B8F95A-1910-4250-A0F6-CB9240C079C0}" type="presOf" srcId="{C732A532-9858-4612-840E-99C9F6B285F8}" destId="{B4CDFBDB-0B43-401C-AFFB-9C48259D0206}" srcOrd="1" destOrd="0" presId="urn:microsoft.com/office/officeart/2005/8/layout/cycle2"/>
    <dgm:cxn modelId="{E5CC7C83-3F67-41A0-B7A3-33AA7FF2F202}" srcId="{4CE73EA1-FE5B-4C3E-86B2-E9B4FFB24DA5}" destId="{ACC790E5-0A15-4C65-A233-9E929519E3F4}" srcOrd="5" destOrd="0" parTransId="{CE8C832A-C9A7-4D0A-9C07-66B492E35005}" sibTransId="{12403DC8-8B05-43F1-ADCB-5160A395F0EC}"/>
    <dgm:cxn modelId="{4D02D089-7E4B-4BB6-AD41-559536FDA76E}" type="presOf" srcId="{551B32AE-9A5E-447E-B98B-9711182EABAF}" destId="{34C5B0A8-8DA6-4B66-B5F4-41ABBCFC6961}" srcOrd="0" destOrd="0" presId="urn:microsoft.com/office/officeart/2005/8/layout/cycle2"/>
    <dgm:cxn modelId="{29C30291-7FD0-4D99-89AA-4C620FDA4B4D}" type="presOf" srcId="{46C1E623-1AB8-4B7D-87D2-3CCE90B51813}" destId="{54EFB24E-601B-40ED-A95C-E2CD1D7B6C95}" srcOrd="0" destOrd="0" presId="urn:microsoft.com/office/officeart/2005/8/layout/cycle2"/>
    <dgm:cxn modelId="{64E6AA91-DB9A-4A18-9701-AE4A1DEB58E7}" type="presOf" srcId="{F589BFCD-EDAF-4705-B87E-44B292B32896}" destId="{4A6E6E12-3556-42D8-9139-8BB67A5A11A0}" srcOrd="0" destOrd="0" presId="urn:microsoft.com/office/officeart/2005/8/layout/cycle2"/>
    <dgm:cxn modelId="{79880593-7152-48B4-BC3D-1533EEFEB070}" srcId="{4CE73EA1-FE5B-4C3E-86B2-E9B4FFB24DA5}" destId="{BCE46907-A2C1-472E-B988-C566BD6DA079}" srcOrd="6" destOrd="0" parTransId="{D09E0B45-FD61-4F59-B93B-2AC2C98505A5}" sibTransId="{19BD5830-DBFE-497E-8688-245D4007BE38}"/>
    <dgm:cxn modelId="{7E5B6593-9F90-4633-9041-EDC6D4D1FE9D}" type="presOf" srcId="{1AD6B0A7-3B0F-4638-87BD-D6AA1FB8CF3A}" destId="{4B9604B0-1FBF-4A64-BE11-2FBC14C260EE}" srcOrd="1" destOrd="0" presId="urn:microsoft.com/office/officeart/2005/8/layout/cycle2"/>
    <dgm:cxn modelId="{155B3295-2AD5-46F3-9ACD-24F30C8CD9E2}" type="presOf" srcId="{BAA69046-B066-47EF-BC6D-17793260BA9C}" destId="{3F0D6279-79C6-4D31-B270-226ACD499516}" srcOrd="0" destOrd="0" presId="urn:microsoft.com/office/officeart/2005/8/layout/cycle2"/>
    <dgm:cxn modelId="{EE3AA298-07BC-492B-848F-28457B8FC696}" srcId="{4CE73EA1-FE5B-4C3E-86B2-E9B4FFB24DA5}" destId="{C98DF7E3-3457-4AAC-B198-72A01F94F8C9}" srcOrd="3" destOrd="0" parTransId="{14D2AEA9-C117-4C76-ACAE-90320CBBAB9E}" sibTransId="{783320F0-10DF-4500-8245-565999EC4747}"/>
    <dgm:cxn modelId="{D0FAFB9C-3C58-42A9-A191-6FEF186A3D13}" type="presOf" srcId="{F589BFCD-EDAF-4705-B87E-44B292B32896}" destId="{70FB4479-1AA4-493F-A7A4-E13056592A86}" srcOrd="1" destOrd="0" presId="urn:microsoft.com/office/officeart/2005/8/layout/cycle2"/>
    <dgm:cxn modelId="{67D225A1-9193-4B54-A48D-86C7408893D3}" type="presOf" srcId="{551B32AE-9A5E-447E-B98B-9711182EABAF}" destId="{67C9D23E-EF34-4EDC-A629-83679B9F3EC9}" srcOrd="1" destOrd="0" presId="urn:microsoft.com/office/officeart/2005/8/layout/cycle2"/>
    <dgm:cxn modelId="{216429A4-D5DF-4ED3-B63D-E3530EBCD9FD}" type="presOf" srcId="{527035BA-C9BD-4525-9C51-FADF4ACCE0EE}" destId="{BEAC7F7C-2F76-4EF1-AA3A-348A9632393A}" srcOrd="1" destOrd="0" presId="urn:microsoft.com/office/officeart/2005/8/layout/cycle2"/>
    <dgm:cxn modelId="{2E0CD6A8-5854-490E-90E1-F3B004221E06}" type="presOf" srcId="{CF65BF29-875B-4FE2-BAC6-AB7E7A1AC084}" destId="{AD6F3393-F8B3-4AA1-9450-32F2ADCFE74B}" srcOrd="0" destOrd="0" presId="urn:microsoft.com/office/officeart/2005/8/layout/cycle2"/>
    <dgm:cxn modelId="{4D4E18AF-0B70-4C13-A998-D7AD991CA752}" type="presOf" srcId="{BCE46907-A2C1-472E-B988-C566BD6DA079}" destId="{7F9F06CD-903F-4039-A46D-FCA895857601}" srcOrd="0" destOrd="0" presId="urn:microsoft.com/office/officeart/2005/8/layout/cycle2"/>
    <dgm:cxn modelId="{D4C404BA-4ACB-4070-8A72-4DC91DF15703}" type="presOf" srcId="{43F5716B-9E3F-49AA-96E8-0270F42E2678}" destId="{8AA7B14C-864B-4CEE-9F43-15E08ECC822B}" srcOrd="1" destOrd="0" presId="urn:microsoft.com/office/officeart/2005/8/layout/cycle2"/>
    <dgm:cxn modelId="{07EEB9BE-AD1A-4598-9111-6405A3268AE9}" type="presOf" srcId="{CF65BF29-875B-4FE2-BAC6-AB7E7A1AC084}" destId="{91848AFE-5897-4549-9F69-F8A46D4C444A}" srcOrd="1" destOrd="0" presId="urn:microsoft.com/office/officeart/2005/8/layout/cycle2"/>
    <dgm:cxn modelId="{156B3CC1-B204-46DF-9DC0-869EFB63DDB5}" srcId="{4CE73EA1-FE5B-4C3E-86B2-E9B4FFB24DA5}" destId="{46C1E623-1AB8-4B7D-87D2-3CCE90B51813}" srcOrd="12" destOrd="0" parTransId="{B84C674A-6535-44DF-9D51-ED6ABAF3DE03}" sibTransId="{BCBC2A72-1CB5-4194-BF22-10DDA3FAB12C}"/>
    <dgm:cxn modelId="{E4D814C2-D937-4984-B604-6388B7D9E20B}" type="presOf" srcId="{EA7F21C6-9A22-4172-978A-8EEB4E17F94F}" destId="{83A45B67-FB69-4FAC-834E-DE06F3F8E8AC}" srcOrd="0" destOrd="0" presId="urn:microsoft.com/office/officeart/2005/8/layout/cycle2"/>
    <dgm:cxn modelId="{456539C2-0314-4B2C-96F0-38B56D230DD9}" srcId="{4CE73EA1-FE5B-4C3E-86B2-E9B4FFB24DA5}" destId="{C3F0CD4F-C5F8-43AA-8645-1752C476C5E3}" srcOrd="9" destOrd="0" parTransId="{D94B065F-C140-4018-AD2B-3DFD4D3B03F9}" sibTransId="{1AD6B0A7-3B0F-4638-87BD-D6AA1FB8CF3A}"/>
    <dgm:cxn modelId="{7E3C76C7-A63B-4701-BBE7-CFE28988EAD7}" type="presOf" srcId="{61FFB5B5-1A70-44A1-87F7-BF1C7863F52B}" destId="{0563E7CA-1846-4EC6-BDD3-09D6B43BE8DC}" srcOrd="0" destOrd="0" presId="urn:microsoft.com/office/officeart/2005/8/layout/cycle2"/>
    <dgm:cxn modelId="{0C8C90C8-2B0C-4B70-84FD-5CAE19E6D792}" type="presOf" srcId="{6332B38C-9C85-4302-94D4-05F6975DEBC4}" destId="{094D1084-F0D6-4325-940C-3ED7DED8E7E8}" srcOrd="0" destOrd="0" presId="urn:microsoft.com/office/officeart/2005/8/layout/cycle2"/>
    <dgm:cxn modelId="{C41519CA-F212-4702-AC63-1346BF6901A6}" srcId="{4CE73EA1-FE5B-4C3E-86B2-E9B4FFB24DA5}" destId="{B0173967-D176-43A2-BE11-009D043BBB28}" srcOrd="0" destOrd="0" parTransId="{C2BDB1D1-C142-41F3-8375-FD3887E5E072}" sibTransId="{527035BA-C9BD-4525-9C51-FADF4ACCE0EE}"/>
    <dgm:cxn modelId="{877BFECB-FA4B-4250-8675-8DF571D0D14D}" type="presOf" srcId="{12403DC8-8B05-43F1-ADCB-5160A395F0EC}" destId="{6E21DA93-09F2-49C7-9BCD-113C76353FAD}" srcOrd="1" destOrd="0" presId="urn:microsoft.com/office/officeart/2005/8/layout/cycle2"/>
    <dgm:cxn modelId="{416FB4CD-2E3C-4DD0-A45E-256FD5FACF92}" type="presOf" srcId="{5C769203-95D7-42BF-91C4-1D0AB12148A7}" destId="{79587EF6-D22E-4D5A-9C5F-F73A42A1C77B}" srcOrd="0" destOrd="0" presId="urn:microsoft.com/office/officeart/2005/8/layout/cycle2"/>
    <dgm:cxn modelId="{C87366CF-C61E-45C2-B2BF-EDEF9E3126C6}" type="presOf" srcId="{BCBC2A72-1CB5-4194-BF22-10DDA3FAB12C}" destId="{A0D3661F-A44A-4DBD-BC61-F57300B606E7}" srcOrd="1" destOrd="0" presId="urn:microsoft.com/office/officeart/2005/8/layout/cycle2"/>
    <dgm:cxn modelId="{E9C6E7E0-0EDD-400A-9AD8-7268331FBF11}" srcId="{4CE73EA1-FE5B-4C3E-86B2-E9B4FFB24DA5}" destId="{5C769203-95D7-42BF-91C4-1D0AB12148A7}" srcOrd="11" destOrd="0" parTransId="{5648BF9A-D24B-4CDF-90A8-5DB004A3FED4}" sibTransId="{975D60D4-92B4-424E-A991-896582468472}"/>
    <dgm:cxn modelId="{487858E6-0C1F-426A-ABCF-F6109E714465}" type="presOf" srcId="{BAA69046-B066-47EF-BC6D-17793260BA9C}" destId="{34C45A94-11A4-444C-80F2-4FF8F9BC93A0}" srcOrd="1" destOrd="0" presId="urn:microsoft.com/office/officeart/2005/8/layout/cycle2"/>
    <dgm:cxn modelId="{1493BDEA-228B-4280-96AD-CE649EED214C}" srcId="{4CE73EA1-FE5B-4C3E-86B2-E9B4FFB24DA5}" destId="{5B51967C-014F-4FC8-8315-D3427AFF1A5D}" srcOrd="10" destOrd="0" parTransId="{216134F9-4E86-4E94-94F7-49A5D5497D4A}" sibTransId="{BAA69046-B066-47EF-BC6D-17793260BA9C}"/>
    <dgm:cxn modelId="{80DC0CEB-804A-4A1C-B9A2-2C3A41499197}" type="presOf" srcId="{527035BA-C9BD-4525-9C51-FADF4ACCE0EE}" destId="{FD4C9FD4-D1C1-4E34-8053-028EFF0DDA7C}" srcOrd="0" destOrd="0" presId="urn:microsoft.com/office/officeart/2005/8/layout/cycle2"/>
    <dgm:cxn modelId="{48EC6FEC-7EC9-409E-9663-2276EAA57E97}" type="presOf" srcId="{783320F0-10DF-4500-8245-565999EC4747}" destId="{C558D551-C16B-449F-A3BC-76F48E5DB553}" srcOrd="1" destOrd="0" presId="urn:microsoft.com/office/officeart/2005/8/layout/cycle2"/>
    <dgm:cxn modelId="{D5F29BEC-D838-48A4-8E6C-B6FD1BFC7647}" srcId="{4CE73EA1-FE5B-4C3E-86B2-E9B4FFB24DA5}" destId="{EA7F21C6-9A22-4172-978A-8EEB4E17F94F}" srcOrd="8" destOrd="0" parTransId="{126A0ED6-AFDA-4FB7-96F7-FCC66E56AC6D}" sibTransId="{43F5716B-9E3F-49AA-96E8-0270F42E2678}"/>
    <dgm:cxn modelId="{192284F8-C884-488F-BAF0-398688DC2969}" type="presOf" srcId="{12403DC8-8B05-43F1-ADCB-5160A395F0EC}" destId="{939E6C57-FD2F-4FB9-B66C-7631E0ECF332}" srcOrd="0" destOrd="0" presId="urn:microsoft.com/office/officeart/2005/8/layout/cycle2"/>
    <dgm:cxn modelId="{08938CF9-7B6F-4045-8A94-795EE5ECDB0A}" type="presOf" srcId="{1AD6B0A7-3B0F-4638-87BD-D6AA1FB8CF3A}" destId="{86679441-3A3F-4E31-808C-A23D8FFE7A21}" srcOrd="0" destOrd="0" presId="urn:microsoft.com/office/officeart/2005/8/layout/cycle2"/>
    <dgm:cxn modelId="{E29DD8FF-61E0-4F33-A0D1-F9C088BCCBBF}" srcId="{4CE73EA1-FE5B-4C3E-86B2-E9B4FFB24DA5}" destId="{61FFB5B5-1A70-44A1-87F7-BF1C7863F52B}" srcOrd="1" destOrd="0" parTransId="{F354F092-0A2B-4680-96E1-8B277BC6DC4B}" sibTransId="{CF65BF29-875B-4FE2-BAC6-AB7E7A1AC084}"/>
    <dgm:cxn modelId="{9C2B1E6D-C2DC-41B3-8AA3-E41B406BC1C4}" type="presParOf" srcId="{2F07814D-0B0A-4DDA-BF1A-DD33A71A9FFE}" destId="{682C4F77-A25F-46D4-8B6F-D80358074C61}" srcOrd="0" destOrd="0" presId="urn:microsoft.com/office/officeart/2005/8/layout/cycle2"/>
    <dgm:cxn modelId="{1345D0D9-E262-4B23-BBC9-899F67568183}" type="presParOf" srcId="{2F07814D-0B0A-4DDA-BF1A-DD33A71A9FFE}" destId="{FD4C9FD4-D1C1-4E34-8053-028EFF0DDA7C}" srcOrd="1" destOrd="0" presId="urn:microsoft.com/office/officeart/2005/8/layout/cycle2"/>
    <dgm:cxn modelId="{4F703918-C12F-4AA4-9229-05DFA0F3C901}" type="presParOf" srcId="{FD4C9FD4-D1C1-4E34-8053-028EFF0DDA7C}" destId="{BEAC7F7C-2F76-4EF1-AA3A-348A9632393A}" srcOrd="0" destOrd="0" presId="urn:microsoft.com/office/officeart/2005/8/layout/cycle2"/>
    <dgm:cxn modelId="{DA7EC851-9501-4773-A8C1-D99583B1AD01}" type="presParOf" srcId="{2F07814D-0B0A-4DDA-BF1A-DD33A71A9FFE}" destId="{0563E7CA-1846-4EC6-BDD3-09D6B43BE8DC}" srcOrd="2" destOrd="0" presId="urn:microsoft.com/office/officeart/2005/8/layout/cycle2"/>
    <dgm:cxn modelId="{E97546CD-BC99-4D6A-8EE7-BF0ABF9EB87C}" type="presParOf" srcId="{2F07814D-0B0A-4DDA-BF1A-DD33A71A9FFE}" destId="{AD6F3393-F8B3-4AA1-9450-32F2ADCFE74B}" srcOrd="3" destOrd="0" presId="urn:microsoft.com/office/officeart/2005/8/layout/cycle2"/>
    <dgm:cxn modelId="{55CA4B29-B7E4-47D9-A3A3-2E0FC639B06C}" type="presParOf" srcId="{AD6F3393-F8B3-4AA1-9450-32F2ADCFE74B}" destId="{91848AFE-5897-4549-9F69-F8A46D4C444A}" srcOrd="0" destOrd="0" presId="urn:microsoft.com/office/officeart/2005/8/layout/cycle2"/>
    <dgm:cxn modelId="{B105A0A3-0460-4B17-8BC5-258DFF92A4FA}" type="presParOf" srcId="{2F07814D-0B0A-4DDA-BF1A-DD33A71A9FFE}" destId="{094D1084-F0D6-4325-940C-3ED7DED8E7E8}" srcOrd="4" destOrd="0" presId="urn:microsoft.com/office/officeart/2005/8/layout/cycle2"/>
    <dgm:cxn modelId="{E9E8AA62-160D-4862-A063-705E8A2BDCFB}" type="presParOf" srcId="{2F07814D-0B0A-4DDA-BF1A-DD33A71A9FFE}" destId="{34C5B0A8-8DA6-4B66-B5F4-41ABBCFC6961}" srcOrd="5" destOrd="0" presId="urn:microsoft.com/office/officeart/2005/8/layout/cycle2"/>
    <dgm:cxn modelId="{0832D4FC-BCD7-4142-BABE-5FDF11294550}" type="presParOf" srcId="{34C5B0A8-8DA6-4B66-B5F4-41ABBCFC6961}" destId="{67C9D23E-EF34-4EDC-A629-83679B9F3EC9}" srcOrd="0" destOrd="0" presId="urn:microsoft.com/office/officeart/2005/8/layout/cycle2"/>
    <dgm:cxn modelId="{1BD48DE3-CBD9-43B4-9D83-85D81B34FAFC}" type="presParOf" srcId="{2F07814D-0B0A-4DDA-BF1A-DD33A71A9FFE}" destId="{FC4F1DF9-FDB2-4BF3-AFE7-5D8AC0512F10}" srcOrd="6" destOrd="0" presId="urn:microsoft.com/office/officeart/2005/8/layout/cycle2"/>
    <dgm:cxn modelId="{B63D338F-E255-48D5-87E9-5DE39CBB43EB}" type="presParOf" srcId="{2F07814D-0B0A-4DDA-BF1A-DD33A71A9FFE}" destId="{CCFC91ED-AA9A-4385-A26C-FF544A10A4E8}" srcOrd="7" destOrd="0" presId="urn:microsoft.com/office/officeart/2005/8/layout/cycle2"/>
    <dgm:cxn modelId="{246545C1-9675-40BD-BB8C-FF1AFA7BCADB}" type="presParOf" srcId="{CCFC91ED-AA9A-4385-A26C-FF544A10A4E8}" destId="{C558D551-C16B-449F-A3BC-76F48E5DB553}" srcOrd="0" destOrd="0" presId="urn:microsoft.com/office/officeart/2005/8/layout/cycle2"/>
    <dgm:cxn modelId="{0D94AA8D-2888-4C56-8532-BB090E18D190}" type="presParOf" srcId="{2F07814D-0B0A-4DDA-BF1A-DD33A71A9FFE}" destId="{229E4F28-9A38-4E15-9F0F-851E0331FE10}" srcOrd="8" destOrd="0" presId="urn:microsoft.com/office/officeart/2005/8/layout/cycle2"/>
    <dgm:cxn modelId="{9A6CFA0F-733B-4503-9FDB-C944969F82E7}" type="presParOf" srcId="{2F07814D-0B0A-4DDA-BF1A-DD33A71A9FFE}" destId="{4A6E6E12-3556-42D8-9139-8BB67A5A11A0}" srcOrd="9" destOrd="0" presId="urn:microsoft.com/office/officeart/2005/8/layout/cycle2"/>
    <dgm:cxn modelId="{66FEB826-3EE5-470C-9B35-53B9EAAEF131}" type="presParOf" srcId="{4A6E6E12-3556-42D8-9139-8BB67A5A11A0}" destId="{70FB4479-1AA4-493F-A7A4-E13056592A86}" srcOrd="0" destOrd="0" presId="urn:microsoft.com/office/officeart/2005/8/layout/cycle2"/>
    <dgm:cxn modelId="{9D92A5E2-3AA5-4310-9125-EF07C6DD3F8F}" type="presParOf" srcId="{2F07814D-0B0A-4DDA-BF1A-DD33A71A9FFE}" destId="{60498190-90BF-48B2-8E4D-BE8C4CA4FA6C}" srcOrd="10" destOrd="0" presId="urn:microsoft.com/office/officeart/2005/8/layout/cycle2"/>
    <dgm:cxn modelId="{E2367EBB-EE40-44AE-A1F6-733202D83DEB}" type="presParOf" srcId="{2F07814D-0B0A-4DDA-BF1A-DD33A71A9FFE}" destId="{939E6C57-FD2F-4FB9-B66C-7631E0ECF332}" srcOrd="11" destOrd="0" presId="urn:microsoft.com/office/officeart/2005/8/layout/cycle2"/>
    <dgm:cxn modelId="{DD5E63C1-6363-4C77-AF10-2751ABA289EA}" type="presParOf" srcId="{939E6C57-FD2F-4FB9-B66C-7631E0ECF332}" destId="{6E21DA93-09F2-49C7-9BCD-113C76353FAD}" srcOrd="0" destOrd="0" presId="urn:microsoft.com/office/officeart/2005/8/layout/cycle2"/>
    <dgm:cxn modelId="{9ACF3AC9-7E95-4F5C-B493-440473F9DC4B}" type="presParOf" srcId="{2F07814D-0B0A-4DDA-BF1A-DD33A71A9FFE}" destId="{7F9F06CD-903F-4039-A46D-FCA895857601}" srcOrd="12" destOrd="0" presId="urn:microsoft.com/office/officeart/2005/8/layout/cycle2"/>
    <dgm:cxn modelId="{FF336D29-2B07-42B3-9ED9-E522996FDB07}" type="presParOf" srcId="{2F07814D-0B0A-4DDA-BF1A-DD33A71A9FFE}" destId="{B6746C10-EBF1-40CF-90EB-8AD7CA1B98F7}" srcOrd="13" destOrd="0" presId="urn:microsoft.com/office/officeart/2005/8/layout/cycle2"/>
    <dgm:cxn modelId="{C5DB3FBF-D1FB-4411-A2EC-5DEAE4492CEE}" type="presParOf" srcId="{B6746C10-EBF1-40CF-90EB-8AD7CA1B98F7}" destId="{38DA0770-2EEA-47FF-9868-699E980391DD}" srcOrd="0" destOrd="0" presId="urn:microsoft.com/office/officeart/2005/8/layout/cycle2"/>
    <dgm:cxn modelId="{7E3EFF02-3B5C-4FA0-8393-B3B227539637}" type="presParOf" srcId="{2F07814D-0B0A-4DDA-BF1A-DD33A71A9FFE}" destId="{714AA788-F6AF-45F6-AF6D-6D6224E345CE}" srcOrd="14" destOrd="0" presId="urn:microsoft.com/office/officeart/2005/8/layout/cycle2"/>
    <dgm:cxn modelId="{66024D45-C500-45B3-8E36-DB19D126036B}" type="presParOf" srcId="{2F07814D-0B0A-4DDA-BF1A-DD33A71A9FFE}" destId="{BD7FA48E-041C-47BE-95E2-162AD1505B76}" srcOrd="15" destOrd="0" presId="urn:microsoft.com/office/officeart/2005/8/layout/cycle2"/>
    <dgm:cxn modelId="{DA0F719E-99A1-495E-AAA4-1AA10D8DFDD6}" type="presParOf" srcId="{BD7FA48E-041C-47BE-95E2-162AD1505B76}" destId="{B4CDFBDB-0B43-401C-AFFB-9C48259D0206}" srcOrd="0" destOrd="0" presId="urn:microsoft.com/office/officeart/2005/8/layout/cycle2"/>
    <dgm:cxn modelId="{9FA19F3E-29C7-4A62-8618-980E398934E2}" type="presParOf" srcId="{2F07814D-0B0A-4DDA-BF1A-DD33A71A9FFE}" destId="{83A45B67-FB69-4FAC-834E-DE06F3F8E8AC}" srcOrd="16" destOrd="0" presId="urn:microsoft.com/office/officeart/2005/8/layout/cycle2"/>
    <dgm:cxn modelId="{880EF954-BD64-43CB-94A6-BF7DFE1F3595}" type="presParOf" srcId="{2F07814D-0B0A-4DDA-BF1A-DD33A71A9FFE}" destId="{BBE7E9D0-C9D6-4200-94EE-2F5258C95393}" srcOrd="17" destOrd="0" presId="urn:microsoft.com/office/officeart/2005/8/layout/cycle2"/>
    <dgm:cxn modelId="{08CCCB5F-118D-417E-B329-4C6990572D52}" type="presParOf" srcId="{BBE7E9D0-C9D6-4200-94EE-2F5258C95393}" destId="{8AA7B14C-864B-4CEE-9F43-15E08ECC822B}" srcOrd="0" destOrd="0" presId="urn:microsoft.com/office/officeart/2005/8/layout/cycle2"/>
    <dgm:cxn modelId="{EFA80A88-93C1-41CF-B425-257DD32279DD}" type="presParOf" srcId="{2F07814D-0B0A-4DDA-BF1A-DD33A71A9FFE}" destId="{199A2C8D-ECEF-4FD3-BE3B-1BA8DEE098F2}" srcOrd="18" destOrd="0" presId="urn:microsoft.com/office/officeart/2005/8/layout/cycle2"/>
    <dgm:cxn modelId="{BACCA1BF-3533-4549-A059-DB79D3599431}" type="presParOf" srcId="{2F07814D-0B0A-4DDA-BF1A-DD33A71A9FFE}" destId="{86679441-3A3F-4E31-808C-A23D8FFE7A21}" srcOrd="19" destOrd="0" presId="urn:microsoft.com/office/officeart/2005/8/layout/cycle2"/>
    <dgm:cxn modelId="{63DA22B3-7FD2-4495-A097-CB524B566A98}" type="presParOf" srcId="{86679441-3A3F-4E31-808C-A23D8FFE7A21}" destId="{4B9604B0-1FBF-4A64-BE11-2FBC14C260EE}" srcOrd="0" destOrd="0" presId="urn:microsoft.com/office/officeart/2005/8/layout/cycle2"/>
    <dgm:cxn modelId="{0B8A8465-C9D7-4951-AB3E-98182810693D}" type="presParOf" srcId="{2F07814D-0B0A-4DDA-BF1A-DD33A71A9FFE}" destId="{74FDE665-26E0-47FF-B331-1F4539FDF4D5}" srcOrd="20" destOrd="0" presId="urn:microsoft.com/office/officeart/2005/8/layout/cycle2"/>
    <dgm:cxn modelId="{EBBDE0D1-8FF9-4ECC-B80C-7EFF5433CF8C}" type="presParOf" srcId="{2F07814D-0B0A-4DDA-BF1A-DD33A71A9FFE}" destId="{3F0D6279-79C6-4D31-B270-226ACD499516}" srcOrd="21" destOrd="0" presId="urn:microsoft.com/office/officeart/2005/8/layout/cycle2"/>
    <dgm:cxn modelId="{CBC800E4-A026-4340-9BC3-5047C0E672CE}" type="presParOf" srcId="{3F0D6279-79C6-4D31-B270-226ACD499516}" destId="{34C45A94-11A4-444C-80F2-4FF8F9BC93A0}" srcOrd="0" destOrd="0" presId="urn:microsoft.com/office/officeart/2005/8/layout/cycle2"/>
    <dgm:cxn modelId="{9E243DF2-DCC8-4A9A-A2AA-4341B9541276}" type="presParOf" srcId="{2F07814D-0B0A-4DDA-BF1A-DD33A71A9FFE}" destId="{79587EF6-D22E-4D5A-9C5F-F73A42A1C77B}" srcOrd="22" destOrd="0" presId="urn:microsoft.com/office/officeart/2005/8/layout/cycle2"/>
    <dgm:cxn modelId="{C2CB2D17-C6D4-4CCB-80B2-31502DCB7C83}" type="presParOf" srcId="{2F07814D-0B0A-4DDA-BF1A-DD33A71A9FFE}" destId="{5B40DE8E-5DB6-4714-8521-D88424ED6304}" srcOrd="23" destOrd="0" presId="urn:microsoft.com/office/officeart/2005/8/layout/cycle2"/>
    <dgm:cxn modelId="{EA890CFD-9209-4C04-A64F-BDD2604DD010}" type="presParOf" srcId="{5B40DE8E-5DB6-4714-8521-D88424ED6304}" destId="{AF379831-51AF-4B17-A30D-11E93A24092A}" srcOrd="0" destOrd="0" presId="urn:microsoft.com/office/officeart/2005/8/layout/cycle2"/>
    <dgm:cxn modelId="{7A896A2F-5656-4E61-8291-15696880D546}" type="presParOf" srcId="{2F07814D-0B0A-4DDA-BF1A-DD33A71A9FFE}" destId="{54EFB24E-601B-40ED-A95C-E2CD1D7B6C95}" srcOrd="24" destOrd="0" presId="urn:microsoft.com/office/officeart/2005/8/layout/cycle2"/>
    <dgm:cxn modelId="{78CF1D10-6202-4E8D-91F8-20C88CBBE660}" type="presParOf" srcId="{2F07814D-0B0A-4DDA-BF1A-DD33A71A9FFE}" destId="{B1DCC9F5-DB72-4D60-91A0-0F7F743F56EB}" srcOrd="25" destOrd="0" presId="urn:microsoft.com/office/officeart/2005/8/layout/cycle2"/>
    <dgm:cxn modelId="{073D1320-B795-48D8-BC0D-4B515A0E9094}" type="presParOf" srcId="{B1DCC9F5-DB72-4D60-91A0-0F7F743F56EB}" destId="{A0D3661F-A44A-4DBD-BC61-F57300B606E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D2B9D-95F5-424E-8C2B-B677172B50AF}">
      <dsp:nvSpPr>
        <dsp:cNvPr id="0" name=""/>
        <dsp:cNvSpPr/>
      </dsp:nvSpPr>
      <dsp:spPr>
        <a:xfrm>
          <a:off x="2343788" y="1077883"/>
          <a:ext cx="1380842" cy="138101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3788B12-3325-46A9-9205-81020B9DEBFC}">
      <dsp:nvSpPr>
        <dsp:cNvPr id="0" name=""/>
        <dsp:cNvSpPr/>
      </dsp:nvSpPr>
      <dsp:spPr>
        <a:xfrm>
          <a:off x="2243102" y="387707"/>
          <a:ext cx="1582215" cy="84672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GOUVERNEMENT</a:t>
          </a:r>
        </a:p>
      </dsp:txBody>
      <dsp:txXfrm>
        <a:off x="2243102" y="387707"/>
        <a:ext cx="1582215" cy="846727"/>
      </dsp:txXfrm>
    </dsp:sp>
    <dsp:sp modelId="{C595909B-34B3-4977-B69F-BC955322A13A}">
      <dsp:nvSpPr>
        <dsp:cNvPr id="0" name=""/>
        <dsp:cNvSpPr/>
      </dsp:nvSpPr>
      <dsp:spPr>
        <a:xfrm>
          <a:off x="2748835" y="1272630"/>
          <a:ext cx="1380842" cy="1381011"/>
        </a:xfrm>
        <a:prstGeom prst="ellipse">
          <a:avLst/>
        </a:prstGeom>
        <a:solidFill>
          <a:schemeClr val="accent5">
            <a:alpha val="50000"/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94AF13-63D6-4933-9D54-B7503415B92B}">
      <dsp:nvSpPr>
        <dsp:cNvPr id="0" name=""/>
        <dsp:cNvSpPr/>
      </dsp:nvSpPr>
      <dsp:spPr>
        <a:xfrm>
          <a:off x="4299982" y="804390"/>
          <a:ext cx="1495912" cy="93139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ORGANISMES NATIONAUX DE RECHERCHE</a:t>
          </a:r>
        </a:p>
      </dsp:txBody>
      <dsp:txXfrm>
        <a:off x="4299982" y="804390"/>
        <a:ext cx="1495912" cy="931399"/>
      </dsp:txXfrm>
    </dsp:sp>
    <dsp:sp modelId="{5CB204A2-CD06-4294-8890-C44CAA068B18}">
      <dsp:nvSpPr>
        <dsp:cNvPr id="0" name=""/>
        <dsp:cNvSpPr/>
      </dsp:nvSpPr>
      <dsp:spPr>
        <a:xfrm>
          <a:off x="2848371" y="1710811"/>
          <a:ext cx="1380842" cy="1381011"/>
        </a:xfrm>
        <a:prstGeom prst="ellipse">
          <a:avLst/>
        </a:prstGeom>
        <a:solidFill>
          <a:schemeClr val="accent5">
            <a:alpha val="50000"/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1A28893-25A8-4B43-A035-8CFB396DA917}">
      <dsp:nvSpPr>
        <dsp:cNvPr id="0" name=""/>
        <dsp:cNvSpPr/>
      </dsp:nvSpPr>
      <dsp:spPr>
        <a:xfrm>
          <a:off x="4443819" y="1989808"/>
          <a:ext cx="1467145" cy="9949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TPE, PME, INDUSTRIES ET SECTEUR PRIVÉ</a:t>
          </a:r>
        </a:p>
      </dsp:txBody>
      <dsp:txXfrm>
        <a:off x="4443819" y="1989808"/>
        <a:ext cx="1467145" cy="994904"/>
      </dsp:txXfrm>
    </dsp:sp>
    <dsp:sp modelId="{15BF86CC-3FAE-48EE-96A9-2AA39405DE97}">
      <dsp:nvSpPr>
        <dsp:cNvPr id="0" name=""/>
        <dsp:cNvSpPr/>
      </dsp:nvSpPr>
      <dsp:spPr>
        <a:xfrm>
          <a:off x="2568175" y="2062203"/>
          <a:ext cx="1380842" cy="1381011"/>
        </a:xfrm>
        <a:prstGeom prst="ellipse">
          <a:avLst/>
        </a:prstGeom>
        <a:solidFill>
          <a:schemeClr val="accent5">
            <a:alpha val="50000"/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1C9C602-B3E2-42CF-B6B4-ACA84D1E16D6}">
      <dsp:nvSpPr>
        <dsp:cNvPr id="0" name=""/>
        <dsp:cNvSpPr/>
      </dsp:nvSpPr>
      <dsp:spPr>
        <a:xfrm>
          <a:off x="3810933" y="3323403"/>
          <a:ext cx="1582215" cy="9102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UNIVERSITÉS ET INSTITUTIONS D´ENSEIGNEMENT </a:t>
          </a:r>
        </a:p>
      </dsp:txBody>
      <dsp:txXfrm>
        <a:off x="3810933" y="3323403"/>
        <a:ext cx="1582215" cy="910231"/>
      </dsp:txXfrm>
    </dsp:sp>
    <dsp:sp modelId="{47B9E563-A68F-43F9-AC26-13CD358A2B29}">
      <dsp:nvSpPr>
        <dsp:cNvPr id="0" name=""/>
        <dsp:cNvSpPr/>
      </dsp:nvSpPr>
      <dsp:spPr>
        <a:xfrm>
          <a:off x="2119401" y="2062203"/>
          <a:ext cx="1380842" cy="1381011"/>
        </a:xfrm>
        <a:prstGeom prst="ellipse">
          <a:avLst/>
        </a:prstGeom>
        <a:solidFill>
          <a:schemeClr val="accent5">
            <a:alpha val="50000"/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03ABA56-4266-46EE-9BE7-87158531C714}">
      <dsp:nvSpPr>
        <dsp:cNvPr id="0" name=""/>
        <dsp:cNvSpPr/>
      </dsp:nvSpPr>
      <dsp:spPr>
        <a:xfrm>
          <a:off x="675270" y="3323403"/>
          <a:ext cx="1582215" cy="9102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FINANCEURS ET INVESTISSEURS</a:t>
          </a:r>
        </a:p>
      </dsp:txBody>
      <dsp:txXfrm>
        <a:off x="675270" y="3323403"/>
        <a:ext cx="1582215" cy="910231"/>
      </dsp:txXfrm>
    </dsp:sp>
    <dsp:sp modelId="{73F8EEB3-9817-4F7E-B2F0-F2DF6D115D66}">
      <dsp:nvSpPr>
        <dsp:cNvPr id="0" name=""/>
        <dsp:cNvSpPr/>
      </dsp:nvSpPr>
      <dsp:spPr>
        <a:xfrm>
          <a:off x="1839205" y="1710811"/>
          <a:ext cx="1380842" cy="1381011"/>
        </a:xfrm>
        <a:prstGeom prst="ellipse">
          <a:avLst/>
        </a:prstGeom>
        <a:solidFill>
          <a:schemeClr val="accent5">
            <a:alpha val="50000"/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9024623-F751-4ECE-A72B-D853536CA38A}">
      <dsp:nvSpPr>
        <dsp:cNvPr id="0" name=""/>
        <dsp:cNvSpPr/>
      </dsp:nvSpPr>
      <dsp:spPr>
        <a:xfrm>
          <a:off x="157455" y="1989808"/>
          <a:ext cx="1467145" cy="9949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CHAIRES, ASSOCIATIONS, ONG, CLUSTERS ET PÔLES DE COMPETITIVITÉ</a:t>
          </a:r>
        </a:p>
      </dsp:txBody>
      <dsp:txXfrm>
        <a:off x="157455" y="1989808"/>
        <a:ext cx="1467145" cy="994904"/>
      </dsp:txXfrm>
    </dsp:sp>
    <dsp:sp modelId="{7B9DE135-F5DD-490D-A3C1-057AE3CD5CDE}">
      <dsp:nvSpPr>
        <dsp:cNvPr id="0" name=""/>
        <dsp:cNvSpPr/>
      </dsp:nvSpPr>
      <dsp:spPr>
        <a:xfrm>
          <a:off x="1938741" y="1272630"/>
          <a:ext cx="1380842" cy="1381011"/>
        </a:xfrm>
        <a:prstGeom prst="ellipse">
          <a:avLst/>
        </a:prstGeom>
        <a:solidFill>
          <a:schemeClr val="accent5">
            <a:alpha val="50000"/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FFE1E7C-8C0E-4B9C-AC36-2CCAB8D4EABD}">
      <dsp:nvSpPr>
        <dsp:cNvPr id="0" name=""/>
        <dsp:cNvSpPr/>
      </dsp:nvSpPr>
      <dsp:spPr>
        <a:xfrm>
          <a:off x="98625" y="1078631"/>
          <a:ext cx="1495912" cy="93139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CLIENTS ET UTILISATEURS</a:t>
          </a:r>
        </a:p>
      </dsp:txBody>
      <dsp:txXfrm>
        <a:off x="98625" y="1078631"/>
        <a:ext cx="1495912" cy="931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163A8-8FF2-4CF0-90EB-234EED3935CA}">
      <dsp:nvSpPr>
        <dsp:cNvPr id="0" name=""/>
        <dsp:cNvSpPr/>
      </dsp:nvSpPr>
      <dsp:spPr>
        <a:xfrm>
          <a:off x="386810" y="0"/>
          <a:ext cx="4383849" cy="133096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90F06-7D21-4C0B-A675-0658B3072FB2}">
      <dsp:nvSpPr>
        <dsp:cNvPr id="0" name=""/>
        <dsp:cNvSpPr/>
      </dsp:nvSpPr>
      <dsp:spPr>
        <a:xfrm>
          <a:off x="174769" y="399288"/>
          <a:ext cx="1547241" cy="532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Phase recherche et expérimentation</a:t>
          </a:r>
        </a:p>
      </dsp:txBody>
      <dsp:txXfrm>
        <a:off x="200758" y="425277"/>
        <a:ext cx="1495263" cy="480406"/>
      </dsp:txXfrm>
    </dsp:sp>
    <dsp:sp modelId="{FA1400AD-0868-40E2-AB96-2D09AEAB37A3}">
      <dsp:nvSpPr>
        <dsp:cNvPr id="0" name=""/>
        <dsp:cNvSpPr/>
      </dsp:nvSpPr>
      <dsp:spPr>
        <a:xfrm>
          <a:off x="1805114" y="399288"/>
          <a:ext cx="1547241" cy="532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Phase propulsion</a:t>
          </a:r>
        </a:p>
      </dsp:txBody>
      <dsp:txXfrm>
        <a:off x="1831103" y="425277"/>
        <a:ext cx="1495263" cy="480406"/>
      </dsp:txXfrm>
    </dsp:sp>
    <dsp:sp modelId="{37D26C33-DB9B-4292-86E4-71273D481435}">
      <dsp:nvSpPr>
        <dsp:cNvPr id="0" name=""/>
        <dsp:cNvSpPr/>
      </dsp:nvSpPr>
      <dsp:spPr>
        <a:xfrm>
          <a:off x="3435459" y="399288"/>
          <a:ext cx="1547241" cy="532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Phase utilité collective</a:t>
          </a:r>
        </a:p>
      </dsp:txBody>
      <dsp:txXfrm>
        <a:off x="3461448" y="425277"/>
        <a:ext cx="1495263" cy="480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C4F77-A25F-46D4-8B6F-D80358074C61}">
      <dsp:nvSpPr>
        <dsp:cNvPr id="0" name=""/>
        <dsp:cNvSpPr/>
      </dsp:nvSpPr>
      <dsp:spPr>
        <a:xfrm>
          <a:off x="3686968" y="1284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Idée</a:t>
          </a:r>
        </a:p>
      </dsp:txBody>
      <dsp:txXfrm>
        <a:off x="3797398" y="111714"/>
        <a:ext cx="533202" cy="533202"/>
      </dsp:txXfrm>
    </dsp:sp>
    <dsp:sp modelId="{FD4C9FD4-D1C1-4E34-8053-028EFF0DDA7C}">
      <dsp:nvSpPr>
        <dsp:cNvPr id="0" name=""/>
        <dsp:cNvSpPr/>
      </dsp:nvSpPr>
      <dsp:spPr>
        <a:xfrm rot="830769">
          <a:off x="4507925" y="385180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508798" y="428886"/>
        <a:ext cx="140270" cy="152698"/>
      </dsp:txXfrm>
    </dsp:sp>
    <dsp:sp modelId="{0563E7CA-1846-4EC6-BDD3-09D6B43BE8DC}">
      <dsp:nvSpPr>
        <dsp:cNvPr id="0" name=""/>
        <dsp:cNvSpPr/>
      </dsp:nvSpPr>
      <dsp:spPr>
        <a:xfrm>
          <a:off x="4786218" y="272224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5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Créativité</a:t>
          </a:r>
        </a:p>
      </dsp:txBody>
      <dsp:txXfrm>
        <a:off x="4896648" y="382654"/>
        <a:ext cx="533202" cy="533202"/>
      </dsp:txXfrm>
    </dsp:sp>
    <dsp:sp modelId="{AD6F3393-F8B3-4AA1-9450-32F2ADCFE74B}">
      <dsp:nvSpPr>
        <dsp:cNvPr id="0" name=""/>
        <dsp:cNvSpPr/>
      </dsp:nvSpPr>
      <dsp:spPr>
        <a:xfrm rot="2492308">
          <a:off x="5482524" y="893623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32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490083" y="924590"/>
        <a:ext cx="140270" cy="152698"/>
      </dsp:txXfrm>
    </dsp:sp>
    <dsp:sp modelId="{094D1084-F0D6-4325-940C-3ED7DED8E7E8}">
      <dsp:nvSpPr>
        <dsp:cNvPr id="0" name=""/>
        <dsp:cNvSpPr/>
      </dsp:nvSpPr>
      <dsp:spPr>
        <a:xfrm>
          <a:off x="5633642" y="1022977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31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Solutions</a:t>
          </a:r>
        </a:p>
      </dsp:txBody>
      <dsp:txXfrm>
        <a:off x="5744072" y="1133407"/>
        <a:ext cx="533202" cy="533202"/>
      </dsp:txXfrm>
    </dsp:sp>
    <dsp:sp modelId="{34C5B0A8-8DA6-4B66-B5F4-41ABBCFC6961}">
      <dsp:nvSpPr>
        <dsp:cNvPr id="0" name=""/>
        <dsp:cNvSpPr/>
      </dsp:nvSpPr>
      <dsp:spPr>
        <a:xfrm rot="4153846">
          <a:off x="6109202" y="1796745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26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128601" y="1819540"/>
        <a:ext cx="140270" cy="152698"/>
      </dsp:txXfrm>
    </dsp:sp>
    <dsp:sp modelId="{FC4F1DF9-FDB2-4BF3-AFE7-5D8AC0512F10}">
      <dsp:nvSpPr>
        <dsp:cNvPr id="0" name=""/>
        <dsp:cNvSpPr/>
      </dsp:nvSpPr>
      <dsp:spPr>
        <a:xfrm>
          <a:off x="6035107" y="2081553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47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 err="1"/>
            <a:t>Selection</a:t>
          </a:r>
          <a:endParaRPr lang="fr-FR" sz="600" kern="1200" dirty="0"/>
        </a:p>
      </dsp:txBody>
      <dsp:txXfrm>
        <a:off x="6145537" y="2191983"/>
        <a:ext cx="533202" cy="533202"/>
      </dsp:txXfrm>
    </dsp:sp>
    <dsp:sp modelId="{CCFC91ED-AA9A-4385-A26C-FF544A10A4E8}">
      <dsp:nvSpPr>
        <dsp:cNvPr id="0" name=""/>
        <dsp:cNvSpPr/>
      </dsp:nvSpPr>
      <dsp:spPr>
        <a:xfrm rot="5815385">
          <a:off x="6244397" y="2887653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39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6278078" y="2908714"/>
        <a:ext cx="140270" cy="152698"/>
      </dsp:txXfrm>
    </dsp:sp>
    <dsp:sp modelId="{229E4F28-9A38-4E15-9F0F-851E0331FE10}">
      <dsp:nvSpPr>
        <dsp:cNvPr id="0" name=""/>
        <dsp:cNvSpPr/>
      </dsp:nvSpPr>
      <dsp:spPr>
        <a:xfrm>
          <a:off x="5898642" y="3205446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63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Prototypage</a:t>
          </a:r>
        </a:p>
      </dsp:txBody>
      <dsp:txXfrm>
        <a:off x="6009072" y="3315876"/>
        <a:ext cx="533202" cy="533202"/>
      </dsp:txXfrm>
    </dsp:sp>
    <dsp:sp modelId="{4A6E6E12-3556-42D8-9139-8BB67A5A11A0}">
      <dsp:nvSpPr>
        <dsp:cNvPr id="0" name=""/>
        <dsp:cNvSpPr/>
      </dsp:nvSpPr>
      <dsp:spPr>
        <a:xfrm rot="7476923">
          <a:off x="5857136" y="3916431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52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5904268" y="3942593"/>
        <a:ext cx="140270" cy="152698"/>
      </dsp:txXfrm>
    </dsp:sp>
    <dsp:sp modelId="{60498190-90BF-48B2-8E4D-BE8C4CA4FA6C}">
      <dsp:nvSpPr>
        <dsp:cNvPr id="0" name=""/>
        <dsp:cNvSpPr/>
      </dsp:nvSpPr>
      <dsp:spPr>
        <a:xfrm>
          <a:off x="5255509" y="4137185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79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Expérimentation</a:t>
          </a:r>
        </a:p>
      </dsp:txBody>
      <dsp:txXfrm>
        <a:off x="5365939" y="4247615"/>
        <a:ext cx="533202" cy="533202"/>
      </dsp:txXfrm>
    </dsp:sp>
    <dsp:sp modelId="{939E6C57-FD2F-4FB9-B66C-7631E0ECF332}">
      <dsp:nvSpPr>
        <dsp:cNvPr id="0" name=""/>
        <dsp:cNvSpPr/>
      </dsp:nvSpPr>
      <dsp:spPr>
        <a:xfrm rot="9138462">
          <a:off x="5036136" y="4647400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66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5092808" y="4684331"/>
        <a:ext cx="140270" cy="152698"/>
      </dsp:txXfrm>
    </dsp:sp>
    <dsp:sp modelId="{7F9F06CD-903F-4039-A46D-FCA895857601}">
      <dsp:nvSpPr>
        <dsp:cNvPr id="0" name=""/>
        <dsp:cNvSpPr/>
      </dsp:nvSpPr>
      <dsp:spPr>
        <a:xfrm>
          <a:off x="4253042" y="4663320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95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Découverte</a:t>
          </a:r>
        </a:p>
      </dsp:txBody>
      <dsp:txXfrm>
        <a:off x="4363472" y="4773750"/>
        <a:ext cx="533202" cy="533202"/>
      </dsp:txXfrm>
    </dsp:sp>
    <dsp:sp modelId="{B6746C10-EBF1-40CF-90EB-8AD7CA1B98F7}">
      <dsp:nvSpPr>
        <dsp:cNvPr id="0" name=""/>
        <dsp:cNvSpPr/>
      </dsp:nvSpPr>
      <dsp:spPr>
        <a:xfrm rot="10800000">
          <a:off x="3969478" y="4913103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79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4029593" y="4964002"/>
        <a:ext cx="140270" cy="152698"/>
      </dsp:txXfrm>
    </dsp:sp>
    <dsp:sp modelId="{714AA788-F6AF-45F6-AF6D-6D6224E345CE}">
      <dsp:nvSpPr>
        <dsp:cNvPr id="0" name=""/>
        <dsp:cNvSpPr/>
      </dsp:nvSpPr>
      <dsp:spPr>
        <a:xfrm>
          <a:off x="3120895" y="4663320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1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Valorisation</a:t>
          </a:r>
        </a:p>
      </dsp:txBody>
      <dsp:txXfrm>
        <a:off x="3231325" y="4773750"/>
        <a:ext cx="533202" cy="533202"/>
      </dsp:txXfrm>
    </dsp:sp>
    <dsp:sp modelId="{BD7FA48E-041C-47BE-95E2-162AD1505B76}">
      <dsp:nvSpPr>
        <dsp:cNvPr id="0" name=""/>
        <dsp:cNvSpPr/>
      </dsp:nvSpPr>
      <dsp:spPr>
        <a:xfrm rot="12461538">
          <a:off x="2901522" y="4652671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92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2958194" y="4717538"/>
        <a:ext cx="140270" cy="152698"/>
      </dsp:txXfrm>
    </dsp:sp>
    <dsp:sp modelId="{83A45B67-FB69-4FAC-834E-DE06F3F8E8AC}">
      <dsp:nvSpPr>
        <dsp:cNvPr id="0" name=""/>
        <dsp:cNvSpPr/>
      </dsp:nvSpPr>
      <dsp:spPr>
        <a:xfrm>
          <a:off x="2118428" y="4137185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27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Transfert</a:t>
          </a:r>
        </a:p>
      </dsp:txBody>
      <dsp:txXfrm>
        <a:off x="2228858" y="4247615"/>
        <a:ext cx="533202" cy="533202"/>
      </dsp:txXfrm>
    </dsp:sp>
    <dsp:sp modelId="{BBE7E9D0-C9D6-4200-94EE-2F5258C95393}">
      <dsp:nvSpPr>
        <dsp:cNvPr id="0" name=""/>
        <dsp:cNvSpPr/>
      </dsp:nvSpPr>
      <dsp:spPr>
        <a:xfrm rot="14123077">
          <a:off x="2076922" y="3925766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05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2124054" y="4001402"/>
        <a:ext cx="140270" cy="152698"/>
      </dsp:txXfrm>
    </dsp:sp>
    <dsp:sp modelId="{199A2C8D-ECEF-4FD3-BE3B-1BA8DEE098F2}">
      <dsp:nvSpPr>
        <dsp:cNvPr id="0" name=""/>
        <dsp:cNvSpPr/>
      </dsp:nvSpPr>
      <dsp:spPr>
        <a:xfrm>
          <a:off x="1475295" y="3205446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43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Design</a:t>
          </a:r>
        </a:p>
      </dsp:txBody>
      <dsp:txXfrm>
        <a:off x="1585725" y="3315876"/>
        <a:ext cx="533202" cy="533202"/>
      </dsp:txXfrm>
    </dsp:sp>
    <dsp:sp modelId="{86679441-3A3F-4E31-808C-A23D8FFE7A21}">
      <dsp:nvSpPr>
        <dsp:cNvPr id="0" name=""/>
        <dsp:cNvSpPr/>
      </dsp:nvSpPr>
      <dsp:spPr>
        <a:xfrm rot="15784615">
          <a:off x="1684584" y="2898912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19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1718265" y="2979649"/>
        <a:ext cx="140270" cy="152698"/>
      </dsp:txXfrm>
    </dsp:sp>
    <dsp:sp modelId="{74FDE665-26E0-47FF-B331-1F4539FDF4D5}">
      <dsp:nvSpPr>
        <dsp:cNvPr id="0" name=""/>
        <dsp:cNvSpPr/>
      </dsp:nvSpPr>
      <dsp:spPr>
        <a:xfrm>
          <a:off x="1338829" y="2081553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59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Production</a:t>
          </a:r>
        </a:p>
      </dsp:txBody>
      <dsp:txXfrm>
        <a:off x="1449259" y="2191983"/>
        <a:ext cx="533202" cy="533202"/>
      </dsp:txXfrm>
    </dsp:sp>
    <dsp:sp modelId="{3F0D6279-79C6-4D31-B270-226ACD499516}">
      <dsp:nvSpPr>
        <dsp:cNvPr id="0" name=""/>
        <dsp:cNvSpPr/>
      </dsp:nvSpPr>
      <dsp:spPr>
        <a:xfrm rot="17446154">
          <a:off x="1814390" y="1807351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3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33789" y="1886354"/>
        <a:ext cx="140270" cy="152698"/>
      </dsp:txXfrm>
    </dsp:sp>
    <dsp:sp modelId="{79587EF6-D22E-4D5A-9C5F-F73A42A1C77B}">
      <dsp:nvSpPr>
        <dsp:cNvPr id="0" name=""/>
        <dsp:cNvSpPr/>
      </dsp:nvSpPr>
      <dsp:spPr>
        <a:xfrm>
          <a:off x="1740294" y="1022977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75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Diffusion</a:t>
          </a:r>
        </a:p>
      </dsp:txBody>
      <dsp:txXfrm>
        <a:off x="1850724" y="1133407"/>
        <a:ext cx="533202" cy="533202"/>
      </dsp:txXfrm>
    </dsp:sp>
    <dsp:sp modelId="{5B40DE8E-5DB6-4714-8521-D88424ED6304}">
      <dsp:nvSpPr>
        <dsp:cNvPr id="0" name=""/>
        <dsp:cNvSpPr/>
      </dsp:nvSpPr>
      <dsp:spPr>
        <a:xfrm rot="19107692">
          <a:off x="2436600" y="901144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45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44159" y="971975"/>
        <a:ext cx="140270" cy="152698"/>
      </dsp:txXfrm>
    </dsp:sp>
    <dsp:sp modelId="{54EFB24E-601B-40ED-A95C-E2CD1D7B6C95}">
      <dsp:nvSpPr>
        <dsp:cNvPr id="0" name=""/>
        <dsp:cNvSpPr/>
      </dsp:nvSpPr>
      <dsp:spPr>
        <a:xfrm>
          <a:off x="2587719" y="272224"/>
          <a:ext cx="754062" cy="754062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190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/>
            <a:t>Adoption</a:t>
          </a:r>
        </a:p>
      </dsp:txBody>
      <dsp:txXfrm>
        <a:off x="2698149" y="382654"/>
        <a:ext cx="533202" cy="533202"/>
      </dsp:txXfrm>
    </dsp:sp>
    <dsp:sp modelId="{B1DCC9F5-DB72-4D60-91A0-0F7F743F56EB}">
      <dsp:nvSpPr>
        <dsp:cNvPr id="0" name=""/>
        <dsp:cNvSpPr/>
      </dsp:nvSpPr>
      <dsp:spPr>
        <a:xfrm rot="20769231">
          <a:off x="3408676" y="387894"/>
          <a:ext cx="200385" cy="25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58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09549" y="445986"/>
        <a:ext cx="140270" cy="152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CE9630-F852-4141-BFF5-BB71B58C0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177DBB-400C-421B-AC5F-D33F058F3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B67B69-13F5-49F7-870E-30419B7B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635DDE-357A-4DBE-923A-E3C65461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4E6A3F-9A3F-4CF0-9665-63CF0D6E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2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4FF66-5C24-47E8-A4F1-EB8051A2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5CF78-5E7C-4A38-959F-4AF3BD84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926B2E-56A2-44B6-8D86-37510B50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29089E-F38B-412E-9B83-9ED9A54B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D42826-4948-409D-8D57-23790DC3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70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90AA8-04EE-4425-959B-5A5DAD0B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D1382A-9B36-4010-B69B-5E388721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DEEEC-7BFE-47D1-A89C-04898F84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99C876-607B-4973-AECF-D0B5AF9D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F65E1D-EC9C-4A8C-8FD5-9906656B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81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F5A331-002E-41DD-87EE-FAC6412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DA8D37-E357-4681-99DF-3DFA32447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2B973C-602D-4A0B-B117-77D016F3F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C393F1-A9F7-484E-8AB3-B3D257C7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559C17-5020-4BFA-AF76-6C7E972A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85B5CB-DCF9-4DF3-8EB1-7EB61F70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07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AA915F-A150-47FB-83D7-349B29F1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F24BAA-CD46-455F-BD54-2A70718C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7AC560-C336-4417-BE23-0435E8B7A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6B4ACC-CDB9-4903-8202-D9E9E1D82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D8152C-F5B6-49E7-AFE0-6127D023E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E42891-8AAB-41CE-B95D-791CE069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12457-AC7E-46D1-A1BC-E2DB0353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5A3E64-F634-4925-8586-4395D07D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61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069E0-8915-4BF0-8D33-4F6C3F8A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F64668-E21C-4D20-9810-750AAE8C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54D42C-0F35-404A-9A33-2B8EE11C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CDF267-75EA-4A6F-B29E-51C80AD0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99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31D9AA-28CA-4F7C-BF9A-23A8E6CC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50F8F8A-17E8-458E-864B-F77E109E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4DE9F6-3893-4534-9E46-BC0D8C78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4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2A720-0651-47EC-A059-A22090E8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DFCE5-22CC-4FF5-BCBE-3477DC9E7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1AC70A-9108-46DE-A059-0877DCA71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0419DC-6180-4199-9CCB-E598702C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237512-BE8D-4BB5-B809-78057CD3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78A099-2E99-4DA3-949F-8FC92357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07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DC33D-08B2-464D-A734-00D4B2EB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77EB5B-4D2B-498A-B08D-AA7FB89F9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2D9162-293B-4FF7-A1DA-8D26FCCBD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D7D821-F579-4EF8-81B0-73526CD0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31DFF7-5330-4137-A956-CD6F9363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E2247E-8C93-4D88-95D4-19A91AA5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52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0F915-60BA-401F-B15D-BD65B983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F5EAE6-160B-442B-8565-DBBECB61A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584D42-3900-4C4A-8473-25736D0A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C828D7-5435-49E9-B541-E1BA1438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24A48-C853-4169-A66B-9EC36C6C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2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8EF002-A866-43BB-92BF-5275C320E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5A6BA1-7085-4C78-8B57-1182FA02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568A34-522A-445E-A345-5A059E38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61D65E-0B5B-4956-8520-4797B404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6F77C-CFA2-4585-A918-A4AE0509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04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00D089D-CC32-405E-AE97-A0DE2C40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35A239-E802-47CF-9A18-33A2BD891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EAA6C2-6546-45AB-96E6-9887D00CD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82865-EF3A-4096-B4F0-2D75A67D0DC8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33B02A-67F1-4F1D-910C-F5952EAD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8A7861-F50B-43EE-B998-AEA54000B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AFEA2-FDFA-4F1F-A378-B7B6AD29AE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29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77D67E75-C345-4EF7-A7D0-D0890436CE32}"/>
              </a:ext>
            </a:extLst>
          </p:cNvPr>
          <p:cNvSpPr/>
          <p:nvPr/>
        </p:nvSpPr>
        <p:spPr>
          <a:xfrm>
            <a:off x="1876685" y="83331"/>
            <a:ext cx="8124933" cy="6602867"/>
          </a:xfrm>
          <a:prstGeom prst="ellipse">
            <a:avLst/>
          </a:prstGeom>
          <a:solidFill>
            <a:srgbClr val="7ACB7B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768CD9A-20D9-4548-848C-2A3167A5442B}"/>
              </a:ext>
            </a:extLst>
          </p:cNvPr>
          <p:cNvSpPr/>
          <p:nvPr/>
        </p:nvSpPr>
        <p:spPr>
          <a:xfrm>
            <a:off x="2209747" y="540532"/>
            <a:ext cx="7458809" cy="5974568"/>
          </a:xfrm>
          <a:prstGeom prst="ellipse">
            <a:avLst/>
          </a:prstGeom>
          <a:solidFill>
            <a:srgbClr val="69C7CA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AB395A-84EA-4224-AAD8-EB4646A6F1A9}"/>
              </a:ext>
            </a:extLst>
          </p:cNvPr>
          <p:cNvSpPr/>
          <p:nvPr/>
        </p:nvSpPr>
        <p:spPr>
          <a:xfrm>
            <a:off x="2542808" y="999913"/>
            <a:ext cx="6792686" cy="5313801"/>
          </a:xfrm>
          <a:prstGeom prst="ellipse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5A588540-A341-4BCF-BED2-32FB44008C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6105974"/>
              </p:ext>
            </p:extLst>
          </p:nvPr>
        </p:nvGraphicFramePr>
        <p:xfrm>
          <a:off x="2904941" y="1624452"/>
          <a:ext cx="6068420" cy="4233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0D907A97-7B54-4799-B65F-CB4264B3800E}"/>
              </a:ext>
            </a:extLst>
          </p:cNvPr>
          <p:cNvSpPr txBox="1"/>
          <p:nvPr/>
        </p:nvSpPr>
        <p:spPr>
          <a:xfrm>
            <a:off x="5466105" y="1275810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FRANCE</a:t>
            </a:r>
          </a:p>
          <a:p>
            <a:pPr algn="ctr"/>
            <a:r>
              <a:rPr lang="fr-FR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8CDDCA-2EB6-446B-83EE-0B8D3C9499ED}"/>
              </a:ext>
            </a:extLst>
          </p:cNvPr>
          <p:cNvSpPr txBox="1"/>
          <p:nvPr/>
        </p:nvSpPr>
        <p:spPr>
          <a:xfrm>
            <a:off x="5456006" y="540532"/>
            <a:ext cx="96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EUROPE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F2F764-DA9D-4109-80B0-1E09FC545535}"/>
              </a:ext>
            </a:extLst>
          </p:cNvPr>
          <p:cNvSpPr txBox="1"/>
          <p:nvPr/>
        </p:nvSpPr>
        <p:spPr>
          <a:xfrm>
            <a:off x="5065546" y="171801"/>
            <a:ext cx="174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INTERNATIONAL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854063-020A-4D0E-941A-751D7D9D7FFE}"/>
              </a:ext>
            </a:extLst>
          </p:cNvPr>
          <p:cNvSpPr txBox="1"/>
          <p:nvPr/>
        </p:nvSpPr>
        <p:spPr>
          <a:xfrm>
            <a:off x="5072376" y="5527096"/>
            <a:ext cx="17335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ETUDIANTS ET ENTREPRENEURS</a:t>
            </a:r>
          </a:p>
          <a:p>
            <a:pPr lvl="0" algn="ctr"/>
            <a:endParaRPr lang="fr-FR" sz="1400" dirty="0"/>
          </a:p>
        </p:txBody>
      </p:sp>
      <p:sp>
        <p:nvSpPr>
          <p:cNvPr id="14" name="Flèche : double flèche horizontale 13">
            <a:extLst>
              <a:ext uri="{FF2B5EF4-FFF2-40B4-BE49-F238E27FC236}">
                <a16:creationId xmlns:a16="http://schemas.microsoft.com/office/drawing/2014/main" id="{177EC1B5-4F35-4A24-9DCC-7AAC68E42079}"/>
              </a:ext>
            </a:extLst>
          </p:cNvPr>
          <p:cNvSpPr/>
          <p:nvPr/>
        </p:nvSpPr>
        <p:spPr>
          <a:xfrm>
            <a:off x="8576636" y="3276600"/>
            <a:ext cx="1323975" cy="380213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Interactions </a:t>
            </a:r>
          </a:p>
        </p:txBody>
      </p:sp>
      <p:sp>
        <p:nvSpPr>
          <p:cNvPr id="19" name="Flèche : double flèche horizontale 18">
            <a:extLst>
              <a:ext uri="{FF2B5EF4-FFF2-40B4-BE49-F238E27FC236}">
                <a16:creationId xmlns:a16="http://schemas.microsoft.com/office/drawing/2014/main" id="{CD40A605-D869-4B03-8156-39DE3804B159}"/>
              </a:ext>
            </a:extLst>
          </p:cNvPr>
          <p:cNvSpPr/>
          <p:nvPr/>
        </p:nvSpPr>
        <p:spPr>
          <a:xfrm>
            <a:off x="5334963" y="3625894"/>
            <a:ext cx="1323975" cy="380213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1"/>
                </a:solidFill>
              </a:rPr>
              <a:t>Interactions 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3" name="Flèche : pentagone 22">
            <a:extLst>
              <a:ext uri="{FF2B5EF4-FFF2-40B4-BE49-F238E27FC236}">
                <a16:creationId xmlns:a16="http://schemas.microsoft.com/office/drawing/2014/main" id="{9EA580CE-68CB-4ABA-9F38-5CED5139628D}"/>
              </a:ext>
            </a:extLst>
          </p:cNvPr>
          <p:cNvSpPr/>
          <p:nvPr/>
        </p:nvSpPr>
        <p:spPr>
          <a:xfrm>
            <a:off x="4231327" y="917390"/>
            <a:ext cx="3415649" cy="380213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Renforcement de la capacité Européenne d’innovation </a:t>
            </a:r>
          </a:p>
          <a:p>
            <a:pPr algn="ctr"/>
            <a:r>
              <a:rPr lang="fr-FR" sz="1000" b="1" dirty="0">
                <a:solidFill>
                  <a:schemeClr val="tx1"/>
                </a:solidFill>
              </a:rPr>
              <a:t>Programme cadre européen</a:t>
            </a:r>
          </a:p>
        </p:txBody>
      </p:sp>
      <p:sp>
        <p:nvSpPr>
          <p:cNvPr id="24" name="Flèche : pentagone 23">
            <a:extLst>
              <a:ext uri="{FF2B5EF4-FFF2-40B4-BE49-F238E27FC236}">
                <a16:creationId xmlns:a16="http://schemas.microsoft.com/office/drawing/2014/main" id="{71686919-35E1-431F-A5A1-AD04B4148881}"/>
              </a:ext>
            </a:extLst>
          </p:cNvPr>
          <p:cNvSpPr/>
          <p:nvPr/>
        </p:nvSpPr>
        <p:spPr>
          <a:xfrm>
            <a:off x="4341553" y="1637860"/>
            <a:ext cx="3195196" cy="568563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Renforcement de la capacité nationale d’innovation </a:t>
            </a:r>
          </a:p>
          <a:p>
            <a:pPr algn="ctr"/>
            <a:r>
              <a:rPr lang="fr-FR" sz="900" b="1" dirty="0">
                <a:solidFill>
                  <a:schemeClr val="tx1"/>
                </a:solidFill>
              </a:rPr>
              <a:t>Stratégie Nationale</a:t>
            </a:r>
          </a:p>
          <a:p>
            <a:pPr algn="ctr"/>
            <a:r>
              <a:rPr lang="fr-FR" sz="900" dirty="0">
                <a:solidFill>
                  <a:schemeClr val="tx1"/>
                </a:solidFill>
              </a:rPr>
              <a:t>Direction générale de la recherche et de l’innovation (DGRI)</a:t>
            </a:r>
          </a:p>
        </p:txBody>
      </p:sp>
      <p:sp>
        <p:nvSpPr>
          <p:cNvPr id="25" name="Flèche : courbe vers le bas 24">
            <a:extLst>
              <a:ext uri="{FF2B5EF4-FFF2-40B4-BE49-F238E27FC236}">
                <a16:creationId xmlns:a16="http://schemas.microsoft.com/office/drawing/2014/main" id="{844397D6-2761-4CB1-B09A-FD6CFB5FBE7B}"/>
              </a:ext>
            </a:extLst>
          </p:cNvPr>
          <p:cNvSpPr/>
          <p:nvPr/>
        </p:nvSpPr>
        <p:spPr>
          <a:xfrm>
            <a:off x="5581704" y="3322667"/>
            <a:ext cx="830494" cy="265520"/>
          </a:xfrm>
          <a:prstGeom prst="curved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Flèche : courbe vers le bas 25">
            <a:extLst>
              <a:ext uri="{FF2B5EF4-FFF2-40B4-BE49-F238E27FC236}">
                <a16:creationId xmlns:a16="http://schemas.microsoft.com/office/drawing/2014/main" id="{ED705CA4-4B85-4535-AF70-09E275D948A3}"/>
              </a:ext>
            </a:extLst>
          </p:cNvPr>
          <p:cNvSpPr/>
          <p:nvPr/>
        </p:nvSpPr>
        <p:spPr>
          <a:xfrm rot="10800000">
            <a:off x="5581703" y="4113854"/>
            <a:ext cx="830494" cy="265520"/>
          </a:xfrm>
          <a:prstGeom prst="curved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2815AA7-C565-4C44-9443-4E49C48297ED}"/>
              </a:ext>
            </a:extLst>
          </p:cNvPr>
          <p:cNvSpPr txBox="1"/>
          <p:nvPr/>
        </p:nvSpPr>
        <p:spPr>
          <a:xfrm>
            <a:off x="3251175" y="2434719"/>
            <a:ext cx="1960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SATT ET INCUBATEURS</a:t>
            </a:r>
          </a:p>
          <a:p>
            <a:pPr lvl="0" algn="ctr"/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81711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3EE20477-B187-4C84-AC10-5B5B9D224D06}"/>
              </a:ext>
            </a:extLst>
          </p:cNvPr>
          <p:cNvGrpSpPr/>
          <p:nvPr/>
        </p:nvGrpSpPr>
        <p:grpSpPr>
          <a:xfrm>
            <a:off x="397193" y="792150"/>
            <a:ext cx="959691" cy="959691"/>
            <a:chOff x="459954" y="382372"/>
            <a:chExt cx="959691" cy="959691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12623D02-BE9C-4B10-B503-70636F32D4B4}"/>
                </a:ext>
              </a:extLst>
            </p:cNvPr>
            <p:cNvSpPr/>
            <p:nvPr/>
          </p:nvSpPr>
          <p:spPr>
            <a:xfrm>
              <a:off x="459954" y="382372"/>
              <a:ext cx="959691" cy="959691"/>
            </a:xfrm>
            <a:prstGeom prst="ellipse">
              <a:avLst/>
            </a:prstGeom>
            <a:solidFill>
              <a:srgbClr val="D782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1" name="Google Shape;4524;p59">
              <a:extLst>
                <a:ext uri="{FF2B5EF4-FFF2-40B4-BE49-F238E27FC236}">
                  <a16:creationId xmlns:a16="http://schemas.microsoft.com/office/drawing/2014/main" id="{2FBA9A12-D343-470C-9AED-CBE6ADF6A12B}"/>
                </a:ext>
              </a:extLst>
            </p:cNvPr>
            <p:cNvGrpSpPr/>
            <p:nvPr/>
          </p:nvGrpSpPr>
          <p:grpSpPr>
            <a:xfrm>
              <a:off x="708305" y="631022"/>
              <a:ext cx="462989" cy="462391"/>
              <a:chOff x="5053900" y="2021500"/>
              <a:chExt cx="483750" cy="483125"/>
            </a:xfrm>
            <a:solidFill>
              <a:schemeClr val="bg1"/>
            </a:solidFill>
          </p:grpSpPr>
          <p:sp>
            <p:nvSpPr>
              <p:cNvPr id="42" name="Google Shape;4525;p59">
                <a:extLst>
                  <a:ext uri="{FF2B5EF4-FFF2-40B4-BE49-F238E27FC236}">
                    <a16:creationId xmlns:a16="http://schemas.microsoft.com/office/drawing/2014/main" id="{5A2F3B89-AF88-4EFC-AB2C-13DC64976022}"/>
                  </a:ext>
                </a:extLst>
              </p:cNvPr>
              <p:cNvSpPr/>
              <p:nvPr/>
            </p:nvSpPr>
            <p:spPr>
              <a:xfrm>
                <a:off x="5281350" y="2078100"/>
                <a:ext cx="127375" cy="12735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5094" extrusionOk="0">
                    <a:moveTo>
                      <a:pt x="565" y="0"/>
                    </a:moveTo>
                    <a:cubicBezTo>
                      <a:pt x="251" y="0"/>
                      <a:pt x="1" y="254"/>
                      <a:pt x="1" y="568"/>
                    </a:cubicBezTo>
                    <a:cubicBezTo>
                      <a:pt x="1" y="879"/>
                      <a:pt x="251" y="1132"/>
                      <a:pt x="565" y="1132"/>
                    </a:cubicBezTo>
                    <a:cubicBezTo>
                      <a:pt x="2440" y="1135"/>
                      <a:pt x="3959" y="2654"/>
                      <a:pt x="3962" y="4529"/>
                    </a:cubicBezTo>
                    <a:cubicBezTo>
                      <a:pt x="3962" y="4843"/>
                      <a:pt x="4216" y="5094"/>
                      <a:pt x="4530" y="5094"/>
                    </a:cubicBezTo>
                    <a:cubicBezTo>
                      <a:pt x="4841" y="5094"/>
                      <a:pt x="5094" y="4843"/>
                      <a:pt x="5094" y="4529"/>
                    </a:cubicBezTo>
                    <a:cubicBezTo>
                      <a:pt x="5091" y="2029"/>
                      <a:pt x="3065" y="3"/>
                      <a:pt x="5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4526;p59">
                <a:extLst>
                  <a:ext uri="{FF2B5EF4-FFF2-40B4-BE49-F238E27FC236}">
                    <a16:creationId xmlns:a16="http://schemas.microsoft.com/office/drawing/2014/main" id="{D52D8130-A9E3-4029-B5F3-809CD5E2BF21}"/>
                  </a:ext>
                </a:extLst>
              </p:cNvPr>
              <p:cNvSpPr/>
              <p:nvPr/>
            </p:nvSpPr>
            <p:spPr>
              <a:xfrm>
                <a:off x="5118000" y="2021500"/>
                <a:ext cx="368700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4748" h="19325" extrusionOk="0">
                    <a:moveTo>
                      <a:pt x="7088" y="1135"/>
                    </a:moveTo>
                    <a:cubicBezTo>
                      <a:pt x="8391" y="1135"/>
                      <a:pt x="9651" y="1571"/>
                      <a:pt x="10668" y="2397"/>
                    </a:cubicBezTo>
                    <a:cubicBezTo>
                      <a:pt x="13159" y="4417"/>
                      <a:pt x="13473" y="8104"/>
                      <a:pt x="11360" y="10516"/>
                    </a:cubicBezTo>
                    <a:cubicBezTo>
                      <a:pt x="10572" y="11419"/>
                      <a:pt x="10085" y="12503"/>
                      <a:pt x="9962" y="13626"/>
                    </a:cubicBezTo>
                    <a:lnTo>
                      <a:pt x="4237" y="13626"/>
                    </a:lnTo>
                    <a:cubicBezTo>
                      <a:pt x="4107" y="12482"/>
                      <a:pt x="3630" y="11407"/>
                      <a:pt x="2866" y="10550"/>
                    </a:cubicBezTo>
                    <a:cubicBezTo>
                      <a:pt x="1658" y="9191"/>
                      <a:pt x="1184" y="7367"/>
                      <a:pt x="1571" y="5549"/>
                    </a:cubicBezTo>
                    <a:cubicBezTo>
                      <a:pt x="2020" y="3427"/>
                      <a:pt x="3748" y="1706"/>
                      <a:pt x="5873" y="1262"/>
                    </a:cubicBezTo>
                    <a:cubicBezTo>
                      <a:pt x="6278" y="1177"/>
                      <a:pt x="6685" y="1135"/>
                      <a:pt x="7088" y="1135"/>
                    </a:cubicBezTo>
                    <a:close/>
                    <a:moveTo>
                      <a:pt x="9931" y="14759"/>
                    </a:moveTo>
                    <a:lnTo>
                      <a:pt x="9931" y="15323"/>
                    </a:lnTo>
                    <a:cubicBezTo>
                      <a:pt x="9931" y="15637"/>
                      <a:pt x="9678" y="15891"/>
                      <a:pt x="9364" y="15891"/>
                    </a:cubicBezTo>
                    <a:lnTo>
                      <a:pt x="4835" y="15891"/>
                    </a:lnTo>
                    <a:cubicBezTo>
                      <a:pt x="4521" y="15891"/>
                      <a:pt x="4270" y="15637"/>
                      <a:pt x="4270" y="15323"/>
                    </a:cubicBezTo>
                    <a:lnTo>
                      <a:pt x="4270" y="14759"/>
                    </a:lnTo>
                    <a:close/>
                    <a:moveTo>
                      <a:pt x="8699" y="17023"/>
                    </a:moveTo>
                    <a:cubicBezTo>
                      <a:pt x="8464" y="17694"/>
                      <a:pt x="7827" y="18192"/>
                      <a:pt x="7099" y="18192"/>
                    </a:cubicBezTo>
                    <a:cubicBezTo>
                      <a:pt x="6371" y="18192"/>
                      <a:pt x="5734" y="17694"/>
                      <a:pt x="5499" y="17023"/>
                    </a:cubicBezTo>
                    <a:close/>
                    <a:moveTo>
                      <a:pt x="7087" y="0"/>
                    </a:moveTo>
                    <a:cubicBezTo>
                      <a:pt x="6607" y="0"/>
                      <a:pt x="6123" y="50"/>
                      <a:pt x="5641" y="151"/>
                    </a:cubicBezTo>
                    <a:cubicBezTo>
                      <a:pt x="3053" y="712"/>
                      <a:pt x="1027" y="2729"/>
                      <a:pt x="462" y="5314"/>
                    </a:cubicBezTo>
                    <a:cubicBezTo>
                      <a:pt x="0" y="7488"/>
                      <a:pt x="568" y="9671"/>
                      <a:pt x="2020" y="11301"/>
                    </a:cubicBezTo>
                    <a:cubicBezTo>
                      <a:pt x="2730" y="12099"/>
                      <a:pt x="3135" y="13149"/>
                      <a:pt x="3135" y="14191"/>
                    </a:cubicBezTo>
                    <a:lnTo>
                      <a:pt x="3135" y="15323"/>
                    </a:lnTo>
                    <a:cubicBezTo>
                      <a:pt x="3138" y="16060"/>
                      <a:pt x="3612" y="16709"/>
                      <a:pt x="4309" y="16939"/>
                    </a:cubicBezTo>
                    <a:cubicBezTo>
                      <a:pt x="4409" y="17518"/>
                      <a:pt x="4681" y="18053"/>
                      <a:pt x="5094" y="18473"/>
                    </a:cubicBezTo>
                    <a:cubicBezTo>
                      <a:pt x="5642" y="19040"/>
                      <a:pt x="6371" y="19324"/>
                      <a:pt x="7099" y="19324"/>
                    </a:cubicBezTo>
                    <a:cubicBezTo>
                      <a:pt x="7828" y="19324"/>
                      <a:pt x="8556" y="19040"/>
                      <a:pt x="9104" y="18473"/>
                    </a:cubicBezTo>
                    <a:cubicBezTo>
                      <a:pt x="9518" y="18053"/>
                      <a:pt x="9790" y="17518"/>
                      <a:pt x="9889" y="16939"/>
                    </a:cubicBezTo>
                    <a:cubicBezTo>
                      <a:pt x="10587" y="16709"/>
                      <a:pt x="11061" y="16060"/>
                      <a:pt x="11064" y="15323"/>
                    </a:cubicBezTo>
                    <a:lnTo>
                      <a:pt x="11064" y="14191"/>
                    </a:lnTo>
                    <a:cubicBezTo>
                      <a:pt x="11064" y="13149"/>
                      <a:pt x="11471" y="12108"/>
                      <a:pt x="12211" y="11262"/>
                    </a:cubicBezTo>
                    <a:cubicBezTo>
                      <a:pt x="14747" y="8366"/>
                      <a:pt x="14370" y="3943"/>
                      <a:pt x="11381" y="1518"/>
                    </a:cubicBezTo>
                    <a:cubicBezTo>
                      <a:pt x="10159" y="525"/>
                      <a:pt x="8647" y="0"/>
                      <a:pt x="7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4" name="Google Shape;4527;p59">
                <a:extLst>
                  <a:ext uri="{FF2B5EF4-FFF2-40B4-BE49-F238E27FC236}">
                    <a16:creationId xmlns:a16="http://schemas.microsoft.com/office/drawing/2014/main" id="{EAC62C0A-079E-49F1-8225-597F588860C7}"/>
                  </a:ext>
                </a:extLst>
              </p:cNvPr>
              <p:cNvSpPr/>
              <p:nvPr/>
            </p:nvSpPr>
            <p:spPr>
              <a:xfrm>
                <a:off x="50539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0"/>
                    </a:moveTo>
                    <a:cubicBezTo>
                      <a:pt x="255" y="0"/>
                      <a:pt x="1" y="254"/>
                      <a:pt x="1" y="568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6" y="879"/>
                      <a:pt x="2266" y="568"/>
                    </a:cubicBezTo>
                    <a:cubicBezTo>
                      <a:pt x="2266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5" name="Google Shape;4528;p59">
                <a:extLst>
                  <a:ext uri="{FF2B5EF4-FFF2-40B4-BE49-F238E27FC236}">
                    <a16:creationId xmlns:a16="http://schemas.microsoft.com/office/drawing/2014/main" id="{CF0C36F0-E698-40D0-B1E4-1F22EDEEADCE}"/>
                  </a:ext>
                </a:extLst>
              </p:cNvPr>
              <p:cNvSpPr/>
              <p:nvPr/>
            </p:nvSpPr>
            <p:spPr>
              <a:xfrm>
                <a:off x="5056850" y="2096550"/>
                <a:ext cx="507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921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9"/>
                      <a:pt x="215" y="962"/>
                    </a:cubicBezTo>
                    <a:lnTo>
                      <a:pt x="1015" y="1762"/>
                    </a:lnTo>
                    <a:cubicBezTo>
                      <a:pt x="1125" y="1868"/>
                      <a:pt x="1267" y="1921"/>
                      <a:pt x="1409" y="1921"/>
                    </a:cubicBezTo>
                    <a:cubicBezTo>
                      <a:pt x="1554" y="1921"/>
                      <a:pt x="1699" y="1865"/>
                      <a:pt x="1809" y="1753"/>
                    </a:cubicBezTo>
                    <a:cubicBezTo>
                      <a:pt x="2027" y="1536"/>
                      <a:pt x="2030" y="1183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6" name="Google Shape;4529;p59">
                <a:extLst>
                  <a:ext uri="{FF2B5EF4-FFF2-40B4-BE49-F238E27FC236}">
                    <a16:creationId xmlns:a16="http://schemas.microsoft.com/office/drawing/2014/main" id="{DC5DE3AF-E475-468F-ACEA-603C0F8471D8}"/>
                  </a:ext>
                </a:extLst>
              </p:cNvPr>
              <p:cNvSpPr/>
              <p:nvPr/>
            </p:nvSpPr>
            <p:spPr>
              <a:xfrm>
                <a:off x="5056400" y="2266400"/>
                <a:ext cx="5120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34" extrusionOk="0">
                    <a:moveTo>
                      <a:pt x="1427" y="0"/>
                    </a:moveTo>
                    <a:cubicBezTo>
                      <a:pt x="1285" y="0"/>
                      <a:pt x="1143" y="53"/>
                      <a:pt x="1033" y="159"/>
                    </a:cubicBezTo>
                    <a:lnTo>
                      <a:pt x="233" y="962"/>
                    </a:lnTo>
                    <a:cubicBezTo>
                      <a:pt x="4" y="1179"/>
                      <a:pt x="1" y="1545"/>
                      <a:pt x="227" y="1768"/>
                    </a:cubicBezTo>
                    <a:cubicBezTo>
                      <a:pt x="338" y="1879"/>
                      <a:pt x="482" y="1934"/>
                      <a:pt x="627" y="1934"/>
                    </a:cubicBezTo>
                    <a:cubicBezTo>
                      <a:pt x="774" y="1934"/>
                      <a:pt x="922" y="1876"/>
                      <a:pt x="1033" y="1762"/>
                    </a:cubicBezTo>
                    <a:lnTo>
                      <a:pt x="1833" y="962"/>
                    </a:lnTo>
                    <a:cubicBezTo>
                      <a:pt x="2048" y="738"/>
                      <a:pt x="2045" y="385"/>
                      <a:pt x="1827" y="168"/>
                    </a:cubicBezTo>
                    <a:cubicBezTo>
                      <a:pt x="1717" y="56"/>
                      <a:pt x="1572" y="0"/>
                      <a:pt x="1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7" name="Google Shape;4530;p59">
                <a:extLst>
                  <a:ext uri="{FF2B5EF4-FFF2-40B4-BE49-F238E27FC236}">
                    <a16:creationId xmlns:a16="http://schemas.microsoft.com/office/drawing/2014/main" id="{28D76244-C066-4F88-9CBD-3BD7CF0ED8C6}"/>
                  </a:ext>
                </a:extLst>
              </p:cNvPr>
              <p:cNvSpPr/>
              <p:nvPr/>
            </p:nvSpPr>
            <p:spPr>
              <a:xfrm>
                <a:off x="54804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8" y="0"/>
                    </a:moveTo>
                    <a:cubicBezTo>
                      <a:pt x="254" y="0"/>
                      <a:pt x="1" y="254"/>
                      <a:pt x="1" y="568"/>
                    </a:cubicBezTo>
                    <a:cubicBezTo>
                      <a:pt x="1" y="879"/>
                      <a:pt x="254" y="1133"/>
                      <a:pt x="568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8"/>
                    </a:cubicBezTo>
                    <a:cubicBezTo>
                      <a:pt x="2265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8" name="Google Shape;4531;p59">
                <a:extLst>
                  <a:ext uri="{FF2B5EF4-FFF2-40B4-BE49-F238E27FC236}">
                    <a16:creationId xmlns:a16="http://schemas.microsoft.com/office/drawing/2014/main" id="{A0ADF3FF-7B0D-4C7B-A560-A1AD9DA79B28}"/>
                  </a:ext>
                </a:extLst>
              </p:cNvPr>
              <p:cNvSpPr/>
              <p:nvPr/>
            </p:nvSpPr>
            <p:spPr>
              <a:xfrm>
                <a:off x="5479800" y="209655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1550" y="0"/>
                    </a:moveTo>
                    <a:cubicBezTo>
                      <a:pt x="1409" y="0"/>
                      <a:pt x="1267" y="53"/>
                      <a:pt x="1157" y="159"/>
                    </a:cubicBezTo>
                    <a:lnTo>
                      <a:pt x="357" y="962"/>
                    </a:lnTo>
                    <a:cubicBezTo>
                      <a:pt x="1" y="1318"/>
                      <a:pt x="251" y="1928"/>
                      <a:pt x="756" y="1928"/>
                    </a:cubicBezTo>
                    <a:cubicBezTo>
                      <a:pt x="907" y="1928"/>
                      <a:pt x="1051" y="1868"/>
                      <a:pt x="1157" y="1762"/>
                    </a:cubicBezTo>
                    <a:lnTo>
                      <a:pt x="1957" y="959"/>
                    </a:lnTo>
                    <a:cubicBezTo>
                      <a:pt x="2172" y="739"/>
                      <a:pt x="2169" y="385"/>
                      <a:pt x="1951" y="168"/>
                    </a:cubicBezTo>
                    <a:cubicBezTo>
                      <a:pt x="1841" y="56"/>
                      <a:pt x="1696" y="0"/>
                      <a:pt x="15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9" name="Google Shape;4532;p59">
                <a:extLst>
                  <a:ext uri="{FF2B5EF4-FFF2-40B4-BE49-F238E27FC236}">
                    <a16:creationId xmlns:a16="http://schemas.microsoft.com/office/drawing/2014/main" id="{E994DD72-3EEE-4BD7-90A9-19F4C366547F}"/>
                  </a:ext>
                </a:extLst>
              </p:cNvPr>
              <p:cNvSpPr/>
              <p:nvPr/>
            </p:nvSpPr>
            <p:spPr>
              <a:xfrm>
                <a:off x="5483350" y="226640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8"/>
                      <a:pt x="215" y="962"/>
                    </a:cubicBezTo>
                    <a:lnTo>
                      <a:pt x="1015" y="1762"/>
                    </a:lnTo>
                    <a:cubicBezTo>
                      <a:pt x="1121" y="1868"/>
                      <a:pt x="1266" y="1928"/>
                      <a:pt x="1417" y="1928"/>
                    </a:cubicBezTo>
                    <a:cubicBezTo>
                      <a:pt x="1921" y="1928"/>
                      <a:pt x="2172" y="1318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974E1BBF-9CEE-4DF0-9B64-BDBB791ED129}"/>
              </a:ext>
            </a:extLst>
          </p:cNvPr>
          <p:cNvGrpSpPr/>
          <p:nvPr/>
        </p:nvGrpSpPr>
        <p:grpSpPr>
          <a:xfrm>
            <a:off x="2009511" y="771321"/>
            <a:ext cx="959691" cy="959691"/>
            <a:chOff x="1740136" y="382372"/>
            <a:chExt cx="959691" cy="959691"/>
          </a:xfrm>
        </p:grpSpPr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B9565D64-B916-4BE8-8883-4A05D9EC7421}"/>
                </a:ext>
              </a:extLst>
            </p:cNvPr>
            <p:cNvSpPr/>
            <p:nvPr/>
          </p:nvSpPr>
          <p:spPr>
            <a:xfrm>
              <a:off x="1740136" y="382372"/>
              <a:ext cx="959691" cy="95969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5" name="Google Shape;5736;p62">
              <a:extLst>
                <a:ext uri="{FF2B5EF4-FFF2-40B4-BE49-F238E27FC236}">
                  <a16:creationId xmlns:a16="http://schemas.microsoft.com/office/drawing/2014/main" id="{0360747C-D0F1-4FBE-9272-25686F3D6CA4}"/>
                </a:ext>
              </a:extLst>
            </p:cNvPr>
            <p:cNvGrpSpPr/>
            <p:nvPr/>
          </p:nvGrpSpPr>
          <p:grpSpPr>
            <a:xfrm>
              <a:off x="2006059" y="612121"/>
              <a:ext cx="427844" cy="500193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56" name="Google Shape;5737;p62">
                <a:extLst>
                  <a:ext uri="{FF2B5EF4-FFF2-40B4-BE49-F238E27FC236}">
                    <a16:creationId xmlns:a16="http://schemas.microsoft.com/office/drawing/2014/main" id="{0B270981-E352-4320-AFD8-1E711B0FA5B2}"/>
                  </a:ext>
                </a:extLst>
              </p:cNvPr>
              <p:cNvSpPr/>
              <p:nvPr/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5738;p62">
                <a:extLst>
                  <a:ext uri="{FF2B5EF4-FFF2-40B4-BE49-F238E27FC236}">
                    <a16:creationId xmlns:a16="http://schemas.microsoft.com/office/drawing/2014/main" id="{839D5486-F41E-403A-9739-5116871000F2}"/>
                  </a:ext>
                </a:extLst>
              </p:cNvPr>
              <p:cNvSpPr/>
              <p:nvPr/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5739;p62">
                <a:extLst>
                  <a:ext uri="{FF2B5EF4-FFF2-40B4-BE49-F238E27FC236}">
                    <a16:creationId xmlns:a16="http://schemas.microsoft.com/office/drawing/2014/main" id="{D9E23BDC-89DE-4874-AF34-30B2C1C3B5CA}"/>
                  </a:ext>
                </a:extLst>
              </p:cNvPr>
              <p:cNvSpPr/>
              <p:nvPr/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FA0A71BF-69A2-4522-91FE-F5FB698E9C77}"/>
              </a:ext>
            </a:extLst>
          </p:cNvPr>
          <p:cNvGrpSpPr/>
          <p:nvPr/>
        </p:nvGrpSpPr>
        <p:grpSpPr>
          <a:xfrm>
            <a:off x="3738871" y="792150"/>
            <a:ext cx="959691" cy="959691"/>
            <a:chOff x="3138803" y="374584"/>
            <a:chExt cx="959691" cy="959691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27519CCD-DBF1-438F-8019-FED1D21A3C53}"/>
                </a:ext>
              </a:extLst>
            </p:cNvPr>
            <p:cNvSpPr/>
            <p:nvPr/>
          </p:nvSpPr>
          <p:spPr>
            <a:xfrm>
              <a:off x="3138803" y="374584"/>
              <a:ext cx="959691" cy="95969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Google Shape;4448;p59">
              <a:extLst>
                <a:ext uri="{FF2B5EF4-FFF2-40B4-BE49-F238E27FC236}">
                  <a16:creationId xmlns:a16="http://schemas.microsoft.com/office/drawing/2014/main" id="{E2D4CE59-76EB-4B2B-ACA3-1706BD66BB67}"/>
                </a:ext>
              </a:extLst>
            </p:cNvPr>
            <p:cNvSpPr/>
            <p:nvPr/>
          </p:nvSpPr>
          <p:spPr>
            <a:xfrm>
              <a:off x="3375380" y="612088"/>
              <a:ext cx="486537" cy="484683"/>
            </a:xfrm>
            <a:custGeom>
              <a:avLst/>
              <a:gdLst/>
              <a:ahLst/>
              <a:cxnLst/>
              <a:rect l="l" t="t" r="r" b="b"/>
              <a:pathLst>
                <a:path w="19401" h="19327" extrusionOk="0">
                  <a:moveTo>
                    <a:pt x="14796" y="1700"/>
                  </a:moveTo>
                  <a:lnTo>
                    <a:pt x="17815" y="3965"/>
                  </a:lnTo>
                  <a:lnTo>
                    <a:pt x="14796" y="6229"/>
                  </a:lnTo>
                  <a:lnTo>
                    <a:pt x="14796" y="5097"/>
                  </a:lnTo>
                  <a:cubicBezTo>
                    <a:pt x="14796" y="4783"/>
                    <a:pt x="14542" y="4529"/>
                    <a:pt x="14231" y="4529"/>
                  </a:cubicBezTo>
                  <a:lnTo>
                    <a:pt x="10795" y="4529"/>
                  </a:lnTo>
                  <a:cubicBezTo>
                    <a:pt x="9807" y="4529"/>
                    <a:pt x="8893" y="5046"/>
                    <a:pt x="8379" y="5888"/>
                  </a:cubicBezTo>
                  <a:cubicBezTo>
                    <a:pt x="8177" y="5547"/>
                    <a:pt x="7932" y="5230"/>
                    <a:pt x="7658" y="4946"/>
                  </a:cubicBezTo>
                  <a:cubicBezTo>
                    <a:pt x="8409" y="3974"/>
                    <a:pt x="9566" y="3403"/>
                    <a:pt x="10795" y="3397"/>
                  </a:cubicBezTo>
                  <a:lnTo>
                    <a:pt x="14231" y="3397"/>
                  </a:lnTo>
                  <a:cubicBezTo>
                    <a:pt x="14542" y="3397"/>
                    <a:pt x="14796" y="3143"/>
                    <a:pt x="14796" y="2832"/>
                  </a:cubicBezTo>
                  <a:lnTo>
                    <a:pt x="14796" y="1700"/>
                  </a:lnTo>
                  <a:close/>
                  <a:moveTo>
                    <a:pt x="5807" y="13011"/>
                  </a:moveTo>
                  <a:cubicBezTo>
                    <a:pt x="5888" y="13398"/>
                    <a:pt x="6015" y="13778"/>
                    <a:pt x="6184" y="14137"/>
                  </a:cubicBezTo>
                  <a:cubicBezTo>
                    <a:pt x="5538" y="14566"/>
                    <a:pt x="4777" y="14796"/>
                    <a:pt x="4001" y="14796"/>
                  </a:cubicBezTo>
                  <a:lnTo>
                    <a:pt x="1700" y="14796"/>
                  </a:lnTo>
                  <a:cubicBezTo>
                    <a:pt x="1386" y="14796"/>
                    <a:pt x="1133" y="14542"/>
                    <a:pt x="1133" y="14231"/>
                  </a:cubicBezTo>
                  <a:cubicBezTo>
                    <a:pt x="1133" y="13917"/>
                    <a:pt x="1386" y="13663"/>
                    <a:pt x="1700" y="13663"/>
                  </a:cubicBezTo>
                  <a:lnTo>
                    <a:pt x="4001" y="13663"/>
                  </a:lnTo>
                  <a:cubicBezTo>
                    <a:pt x="4662" y="13663"/>
                    <a:pt x="5299" y="13434"/>
                    <a:pt x="5807" y="13011"/>
                  </a:cubicBezTo>
                  <a:close/>
                  <a:moveTo>
                    <a:pt x="4001" y="4529"/>
                  </a:moveTo>
                  <a:cubicBezTo>
                    <a:pt x="6190" y="4532"/>
                    <a:pt x="7963" y="6305"/>
                    <a:pt x="7966" y="8494"/>
                  </a:cubicBezTo>
                  <a:lnTo>
                    <a:pt x="7966" y="11966"/>
                  </a:lnTo>
                  <a:cubicBezTo>
                    <a:pt x="7966" y="13527"/>
                    <a:pt x="9231" y="14792"/>
                    <a:pt x="10795" y="14796"/>
                  </a:cubicBezTo>
                  <a:lnTo>
                    <a:pt x="14231" y="14796"/>
                  </a:lnTo>
                  <a:cubicBezTo>
                    <a:pt x="14542" y="14796"/>
                    <a:pt x="14796" y="14542"/>
                    <a:pt x="14796" y="14231"/>
                  </a:cubicBezTo>
                  <a:lnTo>
                    <a:pt x="14796" y="13099"/>
                  </a:lnTo>
                  <a:lnTo>
                    <a:pt x="17815" y="15363"/>
                  </a:lnTo>
                  <a:lnTo>
                    <a:pt x="14796" y="17628"/>
                  </a:lnTo>
                  <a:lnTo>
                    <a:pt x="14796" y="16495"/>
                  </a:lnTo>
                  <a:cubicBezTo>
                    <a:pt x="14796" y="16181"/>
                    <a:pt x="14542" y="15928"/>
                    <a:pt x="14231" y="15928"/>
                  </a:cubicBezTo>
                  <a:lnTo>
                    <a:pt x="10795" y="15928"/>
                  </a:lnTo>
                  <a:cubicBezTo>
                    <a:pt x="8606" y="15925"/>
                    <a:pt x="6833" y="14152"/>
                    <a:pt x="6833" y="11966"/>
                  </a:cubicBezTo>
                  <a:lnTo>
                    <a:pt x="6833" y="8494"/>
                  </a:lnTo>
                  <a:cubicBezTo>
                    <a:pt x="6830" y="6930"/>
                    <a:pt x="5565" y="5665"/>
                    <a:pt x="4001" y="5662"/>
                  </a:cubicBezTo>
                  <a:lnTo>
                    <a:pt x="1700" y="5662"/>
                  </a:lnTo>
                  <a:cubicBezTo>
                    <a:pt x="1386" y="5662"/>
                    <a:pt x="1133" y="5408"/>
                    <a:pt x="1133" y="5097"/>
                  </a:cubicBezTo>
                  <a:cubicBezTo>
                    <a:pt x="1133" y="4783"/>
                    <a:pt x="1386" y="4529"/>
                    <a:pt x="1700" y="4529"/>
                  </a:cubicBezTo>
                  <a:close/>
                  <a:moveTo>
                    <a:pt x="14230" y="0"/>
                  </a:moveTo>
                  <a:cubicBezTo>
                    <a:pt x="13937" y="0"/>
                    <a:pt x="13663" y="232"/>
                    <a:pt x="13663" y="568"/>
                  </a:cubicBezTo>
                  <a:lnTo>
                    <a:pt x="13663" y="2265"/>
                  </a:lnTo>
                  <a:lnTo>
                    <a:pt x="10795" y="2265"/>
                  </a:lnTo>
                  <a:cubicBezTo>
                    <a:pt x="9228" y="2265"/>
                    <a:pt x="7745" y="2989"/>
                    <a:pt x="6782" y="4224"/>
                  </a:cubicBezTo>
                  <a:cubicBezTo>
                    <a:pt x="5955" y="3684"/>
                    <a:pt x="4988" y="3397"/>
                    <a:pt x="4001" y="3397"/>
                  </a:cubicBezTo>
                  <a:lnTo>
                    <a:pt x="1700" y="3397"/>
                  </a:lnTo>
                  <a:cubicBezTo>
                    <a:pt x="761" y="3397"/>
                    <a:pt x="0" y="4158"/>
                    <a:pt x="0" y="5097"/>
                  </a:cubicBezTo>
                  <a:cubicBezTo>
                    <a:pt x="0" y="6033"/>
                    <a:pt x="761" y="6794"/>
                    <a:pt x="1700" y="6794"/>
                  </a:cubicBezTo>
                  <a:lnTo>
                    <a:pt x="4001" y="6794"/>
                  </a:lnTo>
                  <a:cubicBezTo>
                    <a:pt x="4940" y="6794"/>
                    <a:pt x="5698" y="7555"/>
                    <a:pt x="5701" y="8494"/>
                  </a:cubicBezTo>
                  <a:lnTo>
                    <a:pt x="5701" y="10834"/>
                  </a:lnTo>
                  <a:cubicBezTo>
                    <a:pt x="5698" y="11770"/>
                    <a:pt x="4940" y="12531"/>
                    <a:pt x="4001" y="12531"/>
                  </a:cubicBezTo>
                  <a:lnTo>
                    <a:pt x="1700" y="12531"/>
                  </a:lnTo>
                  <a:cubicBezTo>
                    <a:pt x="761" y="12531"/>
                    <a:pt x="0" y="13292"/>
                    <a:pt x="0" y="14231"/>
                  </a:cubicBezTo>
                  <a:cubicBezTo>
                    <a:pt x="0" y="15167"/>
                    <a:pt x="761" y="15928"/>
                    <a:pt x="1700" y="15928"/>
                  </a:cubicBezTo>
                  <a:lnTo>
                    <a:pt x="4001" y="15928"/>
                  </a:lnTo>
                  <a:cubicBezTo>
                    <a:pt x="4988" y="15928"/>
                    <a:pt x="5955" y="15641"/>
                    <a:pt x="6782" y="15100"/>
                  </a:cubicBezTo>
                  <a:cubicBezTo>
                    <a:pt x="7745" y="16338"/>
                    <a:pt x="9228" y="17060"/>
                    <a:pt x="10795" y="17060"/>
                  </a:cubicBezTo>
                  <a:lnTo>
                    <a:pt x="13663" y="17060"/>
                  </a:lnTo>
                  <a:lnTo>
                    <a:pt x="13663" y="18760"/>
                  </a:lnTo>
                  <a:cubicBezTo>
                    <a:pt x="13663" y="19095"/>
                    <a:pt x="13938" y="19326"/>
                    <a:pt x="14232" y="19326"/>
                  </a:cubicBezTo>
                  <a:cubicBezTo>
                    <a:pt x="14347" y="19326"/>
                    <a:pt x="14464" y="19291"/>
                    <a:pt x="14569" y="19213"/>
                  </a:cubicBezTo>
                  <a:lnTo>
                    <a:pt x="19098" y="15816"/>
                  </a:lnTo>
                  <a:cubicBezTo>
                    <a:pt x="19400" y="15590"/>
                    <a:pt x="19400" y="15134"/>
                    <a:pt x="19098" y="14910"/>
                  </a:cubicBezTo>
                  <a:lnTo>
                    <a:pt x="14569" y="11513"/>
                  </a:lnTo>
                  <a:cubicBezTo>
                    <a:pt x="14464" y="11434"/>
                    <a:pt x="14345" y="11398"/>
                    <a:pt x="14230" y="11398"/>
                  </a:cubicBezTo>
                  <a:cubicBezTo>
                    <a:pt x="13937" y="11398"/>
                    <a:pt x="13663" y="11630"/>
                    <a:pt x="13663" y="11966"/>
                  </a:cubicBezTo>
                  <a:lnTo>
                    <a:pt x="13663" y="13663"/>
                  </a:lnTo>
                  <a:lnTo>
                    <a:pt x="10795" y="13663"/>
                  </a:lnTo>
                  <a:cubicBezTo>
                    <a:pt x="9856" y="13663"/>
                    <a:pt x="9098" y="12902"/>
                    <a:pt x="9098" y="11966"/>
                  </a:cubicBezTo>
                  <a:lnTo>
                    <a:pt x="9098" y="7362"/>
                  </a:lnTo>
                  <a:cubicBezTo>
                    <a:pt x="9098" y="6423"/>
                    <a:pt x="9856" y="5662"/>
                    <a:pt x="10795" y="5662"/>
                  </a:cubicBezTo>
                  <a:lnTo>
                    <a:pt x="13663" y="5662"/>
                  </a:lnTo>
                  <a:lnTo>
                    <a:pt x="13663" y="7362"/>
                  </a:lnTo>
                  <a:cubicBezTo>
                    <a:pt x="13663" y="7576"/>
                    <a:pt x="13784" y="7769"/>
                    <a:pt x="13977" y="7866"/>
                  </a:cubicBezTo>
                  <a:cubicBezTo>
                    <a:pt x="14057" y="7906"/>
                    <a:pt x="14144" y="7926"/>
                    <a:pt x="14230" y="7926"/>
                  </a:cubicBezTo>
                  <a:cubicBezTo>
                    <a:pt x="14350" y="7926"/>
                    <a:pt x="14469" y="7888"/>
                    <a:pt x="14569" y="7815"/>
                  </a:cubicBezTo>
                  <a:lnTo>
                    <a:pt x="19098" y="4418"/>
                  </a:lnTo>
                  <a:cubicBezTo>
                    <a:pt x="19400" y="4191"/>
                    <a:pt x="19400" y="3735"/>
                    <a:pt x="19098" y="3512"/>
                  </a:cubicBezTo>
                  <a:lnTo>
                    <a:pt x="14569" y="115"/>
                  </a:lnTo>
                  <a:cubicBezTo>
                    <a:pt x="14464" y="36"/>
                    <a:pt x="14345" y="0"/>
                    <a:pt x="1423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E09853E7-4951-4983-9D7A-E0507E160F55}"/>
              </a:ext>
            </a:extLst>
          </p:cNvPr>
          <p:cNvGrpSpPr/>
          <p:nvPr/>
        </p:nvGrpSpPr>
        <p:grpSpPr>
          <a:xfrm>
            <a:off x="7350349" y="784427"/>
            <a:ext cx="959691" cy="959691"/>
            <a:chOff x="5886531" y="455182"/>
            <a:chExt cx="959691" cy="959691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D90BA6A4-1227-44F0-A0EA-99764EEB360F}"/>
                </a:ext>
              </a:extLst>
            </p:cNvPr>
            <p:cNvSpPr/>
            <p:nvPr/>
          </p:nvSpPr>
          <p:spPr>
            <a:xfrm>
              <a:off x="5886531" y="455182"/>
              <a:ext cx="959691" cy="959691"/>
            </a:xfrm>
            <a:prstGeom prst="ellipse">
              <a:avLst/>
            </a:prstGeom>
            <a:solidFill>
              <a:srgbClr val="398C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78" name="Google Shape;4413;p59">
              <a:extLst>
                <a:ext uri="{FF2B5EF4-FFF2-40B4-BE49-F238E27FC236}">
                  <a16:creationId xmlns:a16="http://schemas.microsoft.com/office/drawing/2014/main" id="{1425B9AD-444A-47EB-AA63-280825EFE6A1}"/>
                </a:ext>
              </a:extLst>
            </p:cNvPr>
            <p:cNvGrpSpPr/>
            <p:nvPr/>
          </p:nvGrpSpPr>
          <p:grpSpPr>
            <a:xfrm>
              <a:off x="6115256" y="692661"/>
              <a:ext cx="502241" cy="484733"/>
              <a:chOff x="3857225" y="238125"/>
              <a:chExt cx="500575" cy="483125"/>
            </a:xfrm>
            <a:solidFill>
              <a:schemeClr val="bg1"/>
            </a:solidFill>
          </p:grpSpPr>
          <p:sp>
            <p:nvSpPr>
              <p:cNvPr id="79" name="Google Shape;4414;p59">
                <a:extLst>
                  <a:ext uri="{FF2B5EF4-FFF2-40B4-BE49-F238E27FC236}">
                    <a16:creationId xmlns:a16="http://schemas.microsoft.com/office/drawing/2014/main" id="{BF61489E-C6EF-4281-BEA6-A085B5F52827}"/>
                  </a:ext>
                </a:extLst>
              </p:cNvPr>
              <p:cNvSpPr/>
              <p:nvPr/>
            </p:nvSpPr>
            <p:spPr>
              <a:xfrm>
                <a:off x="3857225" y="238125"/>
                <a:ext cx="500575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20023" h="19325" extrusionOk="0">
                    <a:moveTo>
                      <a:pt x="15671" y="3398"/>
                    </a:moveTo>
                    <a:cubicBezTo>
                      <a:pt x="15707" y="3398"/>
                      <a:pt x="15744" y="3402"/>
                      <a:pt x="15780" y="3409"/>
                    </a:cubicBezTo>
                    <a:lnTo>
                      <a:pt x="15801" y="3415"/>
                    </a:lnTo>
                    <a:cubicBezTo>
                      <a:pt x="15814" y="3415"/>
                      <a:pt x="15823" y="3418"/>
                      <a:pt x="15835" y="3421"/>
                    </a:cubicBezTo>
                    <a:cubicBezTo>
                      <a:pt x="15844" y="3424"/>
                      <a:pt x="15856" y="3430"/>
                      <a:pt x="15868" y="3433"/>
                    </a:cubicBezTo>
                    <a:lnTo>
                      <a:pt x="15886" y="3439"/>
                    </a:lnTo>
                    <a:cubicBezTo>
                      <a:pt x="15892" y="3442"/>
                      <a:pt x="15898" y="3445"/>
                      <a:pt x="15904" y="3448"/>
                    </a:cubicBezTo>
                    <a:cubicBezTo>
                      <a:pt x="15922" y="3457"/>
                      <a:pt x="15943" y="3466"/>
                      <a:pt x="15964" y="3478"/>
                    </a:cubicBezTo>
                    <a:cubicBezTo>
                      <a:pt x="15986" y="3494"/>
                      <a:pt x="16010" y="3509"/>
                      <a:pt x="16031" y="3524"/>
                    </a:cubicBezTo>
                    <a:cubicBezTo>
                      <a:pt x="16046" y="3536"/>
                      <a:pt x="16058" y="3551"/>
                      <a:pt x="16073" y="3563"/>
                    </a:cubicBezTo>
                    <a:cubicBezTo>
                      <a:pt x="16085" y="3575"/>
                      <a:pt x="16100" y="3590"/>
                      <a:pt x="16112" y="3605"/>
                    </a:cubicBezTo>
                    <a:cubicBezTo>
                      <a:pt x="16294" y="3829"/>
                      <a:pt x="16279" y="4158"/>
                      <a:pt x="16073" y="4363"/>
                    </a:cubicBezTo>
                    <a:lnTo>
                      <a:pt x="13054" y="7383"/>
                    </a:lnTo>
                    <a:cubicBezTo>
                      <a:pt x="12939" y="7232"/>
                      <a:pt x="12815" y="7090"/>
                      <a:pt x="12682" y="6954"/>
                    </a:cubicBezTo>
                    <a:cubicBezTo>
                      <a:pt x="12546" y="6821"/>
                      <a:pt x="12405" y="6697"/>
                      <a:pt x="12254" y="6582"/>
                    </a:cubicBezTo>
                    <a:lnTo>
                      <a:pt x="15273" y="3563"/>
                    </a:lnTo>
                    <a:cubicBezTo>
                      <a:pt x="15380" y="3456"/>
                      <a:pt x="15523" y="3398"/>
                      <a:pt x="15671" y="3398"/>
                    </a:cubicBezTo>
                    <a:close/>
                    <a:moveTo>
                      <a:pt x="9887" y="9183"/>
                    </a:moveTo>
                    <a:cubicBezTo>
                      <a:pt x="10031" y="9183"/>
                      <a:pt x="10176" y="9238"/>
                      <a:pt x="10288" y="9348"/>
                    </a:cubicBezTo>
                    <a:cubicBezTo>
                      <a:pt x="10511" y="9575"/>
                      <a:pt x="10508" y="9937"/>
                      <a:pt x="10279" y="10157"/>
                    </a:cubicBezTo>
                    <a:cubicBezTo>
                      <a:pt x="10169" y="10268"/>
                      <a:pt x="10024" y="10323"/>
                      <a:pt x="9879" y="10323"/>
                    </a:cubicBezTo>
                    <a:cubicBezTo>
                      <a:pt x="9734" y="10323"/>
                      <a:pt x="9589" y="10268"/>
                      <a:pt x="9479" y="10157"/>
                    </a:cubicBezTo>
                    <a:cubicBezTo>
                      <a:pt x="9258" y="9937"/>
                      <a:pt x="9258" y="9578"/>
                      <a:pt x="9479" y="9357"/>
                    </a:cubicBezTo>
                    <a:cubicBezTo>
                      <a:pt x="9590" y="9241"/>
                      <a:pt x="9739" y="9183"/>
                      <a:pt x="9887" y="9183"/>
                    </a:cubicBezTo>
                    <a:close/>
                    <a:moveTo>
                      <a:pt x="15746" y="1062"/>
                    </a:moveTo>
                    <a:cubicBezTo>
                      <a:pt x="16469" y="1062"/>
                      <a:pt x="17193" y="1337"/>
                      <a:pt x="17746" y="1890"/>
                    </a:cubicBezTo>
                    <a:cubicBezTo>
                      <a:pt x="18878" y="3022"/>
                      <a:pt x="18845" y="4870"/>
                      <a:pt x="17673" y="5963"/>
                    </a:cubicBezTo>
                    <a:lnTo>
                      <a:pt x="11879" y="11758"/>
                    </a:lnTo>
                    <a:cubicBezTo>
                      <a:pt x="11337" y="12300"/>
                      <a:pt x="10612" y="12586"/>
                      <a:pt x="9878" y="12586"/>
                    </a:cubicBezTo>
                    <a:cubicBezTo>
                      <a:pt x="9472" y="12586"/>
                      <a:pt x="9062" y="12499"/>
                      <a:pt x="8679" y="12319"/>
                    </a:cubicBezTo>
                    <a:lnTo>
                      <a:pt x="8663" y="12313"/>
                    </a:lnTo>
                    <a:cubicBezTo>
                      <a:pt x="8198" y="12093"/>
                      <a:pt x="7803" y="11746"/>
                      <a:pt x="7516" y="11317"/>
                    </a:cubicBezTo>
                    <a:lnTo>
                      <a:pt x="8346" y="10487"/>
                    </a:lnTo>
                    <a:cubicBezTo>
                      <a:pt x="8645" y="11113"/>
                      <a:pt x="9259" y="11453"/>
                      <a:pt x="9883" y="11453"/>
                    </a:cubicBezTo>
                    <a:cubicBezTo>
                      <a:pt x="10311" y="11453"/>
                      <a:pt x="10744" y="11293"/>
                      <a:pt x="11082" y="10955"/>
                    </a:cubicBezTo>
                    <a:lnTo>
                      <a:pt x="16873" y="5160"/>
                    </a:lnTo>
                    <a:cubicBezTo>
                      <a:pt x="17541" y="4514"/>
                      <a:pt x="17562" y="3448"/>
                      <a:pt x="16922" y="2775"/>
                    </a:cubicBezTo>
                    <a:cubicBezTo>
                      <a:pt x="16588" y="2423"/>
                      <a:pt x="16140" y="2245"/>
                      <a:pt x="15690" y="2245"/>
                    </a:cubicBezTo>
                    <a:cubicBezTo>
                      <a:pt x="15275" y="2245"/>
                      <a:pt x="14860" y="2395"/>
                      <a:pt x="14533" y="2699"/>
                    </a:cubicBezTo>
                    <a:cubicBezTo>
                      <a:pt x="14512" y="2718"/>
                      <a:pt x="14491" y="2739"/>
                      <a:pt x="14470" y="2760"/>
                    </a:cubicBezTo>
                    <a:lnTo>
                      <a:pt x="11212" y="6021"/>
                    </a:lnTo>
                    <a:cubicBezTo>
                      <a:pt x="10783" y="5867"/>
                      <a:pt x="10333" y="5791"/>
                      <a:pt x="9877" y="5791"/>
                    </a:cubicBezTo>
                    <a:lnTo>
                      <a:pt x="9838" y="5791"/>
                    </a:lnTo>
                    <a:lnTo>
                      <a:pt x="13673" y="1963"/>
                    </a:lnTo>
                    <a:cubicBezTo>
                      <a:pt x="14232" y="1363"/>
                      <a:pt x="14988" y="1062"/>
                      <a:pt x="15746" y="1062"/>
                    </a:cubicBezTo>
                    <a:close/>
                    <a:moveTo>
                      <a:pt x="6707" y="12129"/>
                    </a:moveTo>
                    <a:cubicBezTo>
                      <a:pt x="6819" y="12283"/>
                      <a:pt x="6942" y="12425"/>
                      <a:pt x="7078" y="12558"/>
                    </a:cubicBezTo>
                    <a:cubicBezTo>
                      <a:pt x="7211" y="12694"/>
                      <a:pt x="7353" y="12818"/>
                      <a:pt x="7507" y="12932"/>
                    </a:cubicBezTo>
                    <a:lnTo>
                      <a:pt x="4675" y="15762"/>
                    </a:lnTo>
                    <a:cubicBezTo>
                      <a:pt x="4565" y="15872"/>
                      <a:pt x="4420" y="15927"/>
                      <a:pt x="4275" y="15927"/>
                    </a:cubicBezTo>
                    <a:cubicBezTo>
                      <a:pt x="4130" y="15927"/>
                      <a:pt x="3985" y="15872"/>
                      <a:pt x="3875" y="15762"/>
                    </a:cubicBezTo>
                    <a:cubicBezTo>
                      <a:pt x="3654" y="15541"/>
                      <a:pt x="3654" y="15182"/>
                      <a:pt x="3875" y="14961"/>
                    </a:cubicBezTo>
                    <a:lnTo>
                      <a:pt x="6707" y="12129"/>
                    </a:lnTo>
                    <a:close/>
                    <a:moveTo>
                      <a:pt x="9884" y="6926"/>
                    </a:moveTo>
                    <a:cubicBezTo>
                      <a:pt x="10290" y="6926"/>
                      <a:pt x="10698" y="7013"/>
                      <a:pt x="11082" y="7192"/>
                    </a:cubicBezTo>
                    <a:lnTo>
                      <a:pt x="11094" y="7198"/>
                    </a:lnTo>
                    <a:cubicBezTo>
                      <a:pt x="11562" y="7422"/>
                      <a:pt x="11958" y="7766"/>
                      <a:pt x="12242" y="8198"/>
                    </a:cubicBezTo>
                    <a:lnTo>
                      <a:pt x="11411" y="9028"/>
                    </a:lnTo>
                    <a:cubicBezTo>
                      <a:pt x="11112" y="8400"/>
                      <a:pt x="10499" y="8061"/>
                      <a:pt x="9877" y="8061"/>
                    </a:cubicBezTo>
                    <a:cubicBezTo>
                      <a:pt x="9448" y="8061"/>
                      <a:pt x="9016" y="8222"/>
                      <a:pt x="8679" y="8560"/>
                    </a:cubicBezTo>
                    <a:lnTo>
                      <a:pt x="3074" y="14161"/>
                    </a:lnTo>
                    <a:cubicBezTo>
                      <a:pt x="2410" y="14822"/>
                      <a:pt x="2410" y="15900"/>
                      <a:pt x="3074" y="16562"/>
                    </a:cubicBezTo>
                    <a:cubicBezTo>
                      <a:pt x="3405" y="16894"/>
                      <a:pt x="3840" y="17060"/>
                      <a:pt x="4275" y="17060"/>
                    </a:cubicBezTo>
                    <a:cubicBezTo>
                      <a:pt x="4710" y="17060"/>
                      <a:pt x="5144" y="16894"/>
                      <a:pt x="5475" y="16562"/>
                    </a:cubicBezTo>
                    <a:lnTo>
                      <a:pt x="8546" y="13491"/>
                    </a:lnTo>
                    <a:cubicBezTo>
                      <a:pt x="8974" y="13642"/>
                      <a:pt x="9424" y="13720"/>
                      <a:pt x="9880" y="13720"/>
                    </a:cubicBezTo>
                    <a:lnTo>
                      <a:pt x="9920" y="13720"/>
                    </a:lnTo>
                    <a:lnTo>
                      <a:pt x="6275" y="17362"/>
                    </a:lnTo>
                    <a:cubicBezTo>
                      <a:pt x="5716" y="17961"/>
                      <a:pt x="4960" y="18262"/>
                      <a:pt x="4202" y="18262"/>
                    </a:cubicBezTo>
                    <a:cubicBezTo>
                      <a:pt x="3479" y="18262"/>
                      <a:pt x="2755" y="17987"/>
                      <a:pt x="2202" y="17434"/>
                    </a:cubicBezTo>
                    <a:cubicBezTo>
                      <a:pt x="1070" y="16302"/>
                      <a:pt x="1103" y="14454"/>
                      <a:pt x="2274" y="13361"/>
                    </a:cubicBezTo>
                    <a:lnTo>
                      <a:pt x="7878" y="7757"/>
                    </a:lnTo>
                    <a:cubicBezTo>
                      <a:pt x="8422" y="7214"/>
                      <a:pt x="9147" y="6926"/>
                      <a:pt x="9884" y="6926"/>
                    </a:cubicBezTo>
                    <a:close/>
                    <a:moveTo>
                      <a:pt x="15673" y="1"/>
                    </a:moveTo>
                    <a:cubicBezTo>
                      <a:pt x="14659" y="1"/>
                      <a:pt x="13644" y="388"/>
                      <a:pt x="12870" y="1162"/>
                    </a:cubicBezTo>
                    <a:lnTo>
                      <a:pt x="7078" y="6957"/>
                    </a:lnTo>
                    <a:lnTo>
                      <a:pt x="1471" y="12561"/>
                    </a:lnTo>
                    <a:cubicBezTo>
                      <a:pt x="339" y="13693"/>
                      <a:pt x="1" y="15399"/>
                      <a:pt x="614" y="16879"/>
                    </a:cubicBezTo>
                    <a:cubicBezTo>
                      <a:pt x="1230" y="18358"/>
                      <a:pt x="2673" y="19324"/>
                      <a:pt x="4276" y="19324"/>
                    </a:cubicBezTo>
                    <a:cubicBezTo>
                      <a:pt x="4280" y="19325"/>
                      <a:pt x="4284" y="19325"/>
                      <a:pt x="4288" y="19325"/>
                    </a:cubicBezTo>
                    <a:cubicBezTo>
                      <a:pt x="5334" y="19325"/>
                      <a:pt x="6338" y="18908"/>
                      <a:pt x="7078" y="18165"/>
                    </a:cubicBezTo>
                    <a:lnTo>
                      <a:pt x="12682" y="12561"/>
                    </a:lnTo>
                    <a:lnTo>
                      <a:pt x="18477" y="6767"/>
                    </a:lnTo>
                    <a:cubicBezTo>
                      <a:pt x="20023" y="5221"/>
                      <a:pt x="20023" y="2711"/>
                      <a:pt x="18477" y="1162"/>
                    </a:cubicBezTo>
                    <a:cubicBezTo>
                      <a:pt x="17702" y="388"/>
                      <a:pt x="16688" y="1"/>
                      <a:pt x="156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0" name="Google Shape;4415;p59">
                <a:extLst>
                  <a:ext uri="{FF2B5EF4-FFF2-40B4-BE49-F238E27FC236}">
                    <a16:creationId xmlns:a16="http://schemas.microsoft.com/office/drawing/2014/main" id="{FBBCD481-279B-4CF7-91E6-60C56AF6CB95}"/>
                  </a:ext>
                </a:extLst>
              </p:cNvPr>
              <p:cNvSpPr/>
              <p:nvPr/>
            </p:nvSpPr>
            <p:spPr>
              <a:xfrm>
                <a:off x="4208775" y="588000"/>
                <a:ext cx="7112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734" extrusionOk="0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0" y="387"/>
                      <a:pt x="0" y="746"/>
                      <a:pt x="221" y="966"/>
                    </a:cubicBezTo>
                    <a:lnTo>
                      <a:pt x="1821" y="2567"/>
                    </a:lnTo>
                    <a:cubicBezTo>
                      <a:pt x="1933" y="2677"/>
                      <a:pt x="2079" y="2733"/>
                      <a:pt x="2224" y="2733"/>
                    </a:cubicBezTo>
                    <a:cubicBezTo>
                      <a:pt x="2368" y="2733"/>
                      <a:pt x="2513" y="2678"/>
                      <a:pt x="2624" y="2567"/>
                    </a:cubicBezTo>
                    <a:cubicBezTo>
                      <a:pt x="2845" y="2346"/>
                      <a:pt x="2845" y="1987"/>
                      <a:pt x="2624" y="1767"/>
                    </a:cubicBezTo>
                    <a:lnTo>
                      <a:pt x="1021" y="166"/>
                    </a:ln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1" name="Google Shape;4416;p59">
                <a:extLst>
                  <a:ext uri="{FF2B5EF4-FFF2-40B4-BE49-F238E27FC236}">
                    <a16:creationId xmlns:a16="http://schemas.microsoft.com/office/drawing/2014/main" id="{AC05F5CD-5AD1-4782-8F85-2A72B2FED0DB}"/>
                  </a:ext>
                </a:extLst>
              </p:cNvPr>
              <p:cNvSpPr/>
              <p:nvPr/>
            </p:nvSpPr>
            <p:spPr>
              <a:xfrm>
                <a:off x="4228400" y="527925"/>
                <a:ext cx="91050" cy="48400"/>
              </a:xfrm>
              <a:custGeom>
                <a:avLst/>
                <a:gdLst/>
                <a:ahLst/>
                <a:cxnLst/>
                <a:rect l="l" t="t" r="r" b="b"/>
                <a:pathLst>
                  <a:path w="3642" h="1936" extrusionOk="0">
                    <a:moveTo>
                      <a:pt x="636" y="0"/>
                    </a:moveTo>
                    <a:cubicBezTo>
                      <a:pt x="400" y="0"/>
                      <a:pt x="180" y="150"/>
                      <a:pt x="100" y="389"/>
                    </a:cubicBezTo>
                    <a:cubicBezTo>
                      <a:pt x="0" y="685"/>
                      <a:pt x="160" y="1005"/>
                      <a:pt x="459" y="1105"/>
                    </a:cubicBezTo>
                    <a:lnTo>
                      <a:pt x="2860" y="1905"/>
                    </a:lnTo>
                    <a:cubicBezTo>
                      <a:pt x="2917" y="1923"/>
                      <a:pt x="2977" y="1935"/>
                      <a:pt x="3038" y="1935"/>
                    </a:cubicBezTo>
                    <a:cubicBezTo>
                      <a:pt x="3316" y="1932"/>
                      <a:pt x="3554" y="1733"/>
                      <a:pt x="3596" y="1458"/>
                    </a:cubicBezTo>
                    <a:cubicBezTo>
                      <a:pt x="3642" y="1183"/>
                      <a:pt x="3482" y="918"/>
                      <a:pt x="3219" y="830"/>
                    </a:cubicBezTo>
                    <a:lnTo>
                      <a:pt x="816" y="30"/>
                    </a:lnTo>
                    <a:cubicBezTo>
                      <a:pt x="756" y="10"/>
                      <a:pt x="695" y="0"/>
                      <a:pt x="6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2" name="Google Shape;4417;p59">
                <a:extLst>
                  <a:ext uri="{FF2B5EF4-FFF2-40B4-BE49-F238E27FC236}">
                    <a16:creationId xmlns:a16="http://schemas.microsoft.com/office/drawing/2014/main" id="{1E957D84-DE94-4511-8D08-AE19E160EC33}"/>
                  </a:ext>
                </a:extLst>
              </p:cNvPr>
              <p:cNvSpPr/>
              <p:nvPr/>
            </p:nvSpPr>
            <p:spPr>
              <a:xfrm>
                <a:off x="4148300" y="608000"/>
                <a:ext cx="5205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4" extrusionOk="0">
                    <a:moveTo>
                      <a:pt x="639" y="1"/>
                    </a:moveTo>
                    <a:cubicBezTo>
                      <a:pt x="580" y="1"/>
                      <a:pt x="519" y="10"/>
                      <a:pt x="460" y="31"/>
                    </a:cubicBezTo>
                    <a:cubicBezTo>
                      <a:pt x="161" y="127"/>
                      <a:pt x="1" y="450"/>
                      <a:pt x="100" y="746"/>
                    </a:cubicBezTo>
                    <a:lnTo>
                      <a:pt x="903" y="3150"/>
                    </a:lnTo>
                    <a:cubicBezTo>
                      <a:pt x="979" y="3390"/>
                      <a:pt x="1202" y="3544"/>
                      <a:pt x="1441" y="3544"/>
                    </a:cubicBezTo>
                    <a:cubicBezTo>
                      <a:pt x="1500" y="3544"/>
                      <a:pt x="1560" y="3535"/>
                      <a:pt x="1619" y="3515"/>
                    </a:cubicBezTo>
                    <a:cubicBezTo>
                      <a:pt x="1921" y="3415"/>
                      <a:pt x="2081" y="3089"/>
                      <a:pt x="1975" y="2790"/>
                    </a:cubicBezTo>
                    <a:lnTo>
                      <a:pt x="1175" y="390"/>
                    </a:lnTo>
                    <a:cubicBezTo>
                      <a:pt x="1096" y="151"/>
                      <a:pt x="875" y="1"/>
                      <a:pt x="63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3" name="Google Shape;4418;p59">
                <a:extLst>
                  <a:ext uri="{FF2B5EF4-FFF2-40B4-BE49-F238E27FC236}">
                    <a16:creationId xmlns:a16="http://schemas.microsoft.com/office/drawing/2014/main" id="{82B4CB4A-BBDB-45CD-A67D-B886179FF167}"/>
                  </a:ext>
                </a:extLst>
              </p:cNvPr>
              <p:cNvSpPr/>
              <p:nvPr/>
            </p:nvSpPr>
            <p:spPr>
              <a:xfrm>
                <a:off x="3928725" y="307900"/>
                <a:ext cx="71200" cy="68375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2735" extrusionOk="0">
                    <a:moveTo>
                      <a:pt x="620" y="1"/>
                    </a:moveTo>
                    <a:cubicBezTo>
                      <a:pt x="475" y="1"/>
                      <a:pt x="330" y="57"/>
                      <a:pt x="221" y="168"/>
                    </a:cubicBezTo>
                    <a:cubicBezTo>
                      <a:pt x="3" y="385"/>
                      <a:pt x="0" y="739"/>
                      <a:pt x="214" y="962"/>
                    </a:cubicBezTo>
                    <a:lnTo>
                      <a:pt x="1815" y="2562"/>
                    </a:lnTo>
                    <a:cubicBezTo>
                      <a:pt x="1926" y="2677"/>
                      <a:pt x="2074" y="2734"/>
                      <a:pt x="2222" y="2734"/>
                    </a:cubicBezTo>
                    <a:cubicBezTo>
                      <a:pt x="2367" y="2734"/>
                      <a:pt x="2512" y="2679"/>
                      <a:pt x="2624" y="2569"/>
                    </a:cubicBezTo>
                    <a:cubicBezTo>
                      <a:pt x="2847" y="2345"/>
                      <a:pt x="2844" y="1983"/>
                      <a:pt x="2615" y="1762"/>
                    </a:cubicBezTo>
                    <a:lnTo>
                      <a:pt x="1015" y="162"/>
                    </a:lnTo>
                    <a:cubicBezTo>
                      <a:pt x="904" y="54"/>
                      <a:pt x="762" y="1"/>
                      <a:pt x="62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4" name="Google Shape;4419;p59">
                <a:extLst>
                  <a:ext uri="{FF2B5EF4-FFF2-40B4-BE49-F238E27FC236}">
                    <a16:creationId xmlns:a16="http://schemas.microsoft.com/office/drawing/2014/main" id="{31D5CDA8-028B-4CF2-BD29-546DFBA67E37}"/>
                  </a:ext>
                </a:extLst>
              </p:cNvPr>
              <p:cNvSpPr/>
              <p:nvPr/>
            </p:nvSpPr>
            <p:spPr>
              <a:xfrm>
                <a:off x="4008200" y="267675"/>
                <a:ext cx="51875" cy="88450"/>
              </a:xfrm>
              <a:custGeom>
                <a:avLst/>
                <a:gdLst/>
                <a:ahLst/>
                <a:cxnLst/>
                <a:rect l="l" t="t" r="r" b="b"/>
                <a:pathLst>
                  <a:path w="2075" h="3538" extrusionOk="0">
                    <a:moveTo>
                      <a:pt x="636" y="1"/>
                    </a:moveTo>
                    <a:cubicBezTo>
                      <a:pt x="577" y="1"/>
                      <a:pt x="518" y="10"/>
                      <a:pt x="460" y="29"/>
                    </a:cubicBezTo>
                    <a:cubicBezTo>
                      <a:pt x="161" y="128"/>
                      <a:pt x="1" y="449"/>
                      <a:pt x="100" y="747"/>
                    </a:cubicBezTo>
                    <a:lnTo>
                      <a:pt x="900" y="3151"/>
                    </a:lnTo>
                    <a:cubicBezTo>
                      <a:pt x="979" y="3380"/>
                      <a:pt x="1193" y="3537"/>
                      <a:pt x="1438" y="3537"/>
                    </a:cubicBezTo>
                    <a:cubicBezTo>
                      <a:pt x="1498" y="3534"/>
                      <a:pt x="1559" y="3525"/>
                      <a:pt x="1619" y="3507"/>
                    </a:cubicBezTo>
                    <a:cubicBezTo>
                      <a:pt x="1915" y="3408"/>
                      <a:pt x="2075" y="3088"/>
                      <a:pt x="1975" y="2789"/>
                    </a:cubicBezTo>
                    <a:lnTo>
                      <a:pt x="1175" y="388"/>
                    </a:lnTo>
                    <a:cubicBezTo>
                      <a:pt x="1095" y="151"/>
                      <a:pt x="873" y="1"/>
                      <a:pt x="63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5" name="Google Shape;4420;p59">
                <a:extLst>
                  <a:ext uri="{FF2B5EF4-FFF2-40B4-BE49-F238E27FC236}">
                    <a16:creationId xmlns:a16="http://schemas.microsoft.com/office/drawing/2014/main" id="{FC00721C-AC4D-4BBA-9D8B-985079B12D21}"/>
                  </a:ext>
                </a:extLst>
              </p:cNvPr>
              <p:cNvSpPr/>
              <p:nvPr/>
            </p:nvSpPr>
            <p:spPr>
              <a:xfrm>
                <a:off x="3888100" y="387825"/>
                <a:ext cx="916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1932" extrusionOk="0">
                    <a:moveTo>
                      <a:pt x="636" y="0"/>
                    </a:moveTo>
                    <a:cubicBezTo>
                      <a:pt x="400" y="0"/>
                      <a:pt x="180" y="150"/>
                      <a:pt x="100" y="386"/>
                    </a:cubicBezTo>
                    <a:cubicBezTo>
                      <a:pt x="1" y="685"/>
                      <a:pt x="161" y="1005"/>
                      <a:pt x="460" y="1105"/>
                    </a:cubicBezTo>
                    <a:lnTo>
                      <a:pt x="2860" y="1905"/>
                    </a:lnTo>
                    <a:cubicBezTo>
                      <a:pt x="2917" y="1923"/>
                      <a:pt x="2975" y="1932"/>
                      <a:pt x="3032" y="1932"/>
                    </a:cubicBezTo>
                    <a:cubicBezTo>
                      <a:pt x="3270" y="1932"/>
                      <a:pt x="3492" y="1781"/>
                      <a:pt x="3570" y="1543"/>
                    </a:cubicBezTo>
                    <a:cubicBezTo>
                      <a:pt x="3666" y="1250"/>
                      <a:pt x="3512" y="933"/>
                      <a:pt x="3219" y="830"/>
                    </a:cubicBezTo>
                    <a:lnTo>
                      <a:pt x="816" y="30"/>
                    </a:lnTo>
                    <a:cubicBezTo>
                      <a:pt x="756" y="10"/>
                      <a:pt x="696" y="0"/>
                      <a:pt x="6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E4B48D0F-AED7-41F5-ABCE-9BA18E74E2E6}"/>
              </a:ext>
            </a:extLst>
          </p:cNvPr>
          <p:cNvGrpSpPr/>
          <p:nvPr/>
        </p:nvGrpSpPr>
        <p:grpSpPr>
          <a:xfrm>
            <a:off x="9584874" y="762764"/>
            <a:ext cx="959691" cy="959691"/>
            <a:chOff x="7200192" y="514660"/>
            <a:chExt cx="959691" cy="959691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357BC480-14E4-4A50-A3ED-49139AC84BC2}"/>
                </a:ext>
              </a:extLst>
            </p:cNvPr>
            <p:cNvSpPr/>
            <p:nvPr/>
          </p:nvSpPr>
          <p:spPr>
            <a:xfrm>
              <a:off x="7200192" y="514660"/>
              <a:ext cx="959691" cy="95969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4" name="Google Shape;6287;p63">
              <a:extLst>
                <a:ext uri="{FF2B5EF4-FFF2-40B4-BE49-F238E27FC236}">
                  <a16:creationId xmlns:a16="http://schemas.microsoft.com/office/drawing/2014/main" id="{A6C76AD9-1B8C-4C30-9DD4-0C39F50DA0A1}"/>
                </a:ext>
              </a:extLst>
            </p:cNvPr>
            <p:cNvGrpSpPr/>
            <p:nvPr/>
          </p:nvGrpSpPr>
          <p:grpSpPr>
            <a:xfrm>
              <a:off x="7426281" y="725395"/>
              <a:ext cx="507512" cy="538220"/>
              <a:chOff x="-40160700" y="2339625"/>
              <a:chExt cx="290650" cy="316650"/>
            </a:xfrm>
            <a:solidFill>
              <a:schemeClr val="bg1"/>
            </a:solidFill>
          </p:grpSpPr>
          <p:sp>
            <p:nvSpPr>
              <p:cNvPr id="105" name="Google Shape;6288;p63">
                <a:extLst>
                  <a:ext uri="{FF2B5EF4-FFF2-40B4-BE49-F238E27FC236}">
                    <a16:creationId xmlns:a16="http://schemas.microsoft.com/office/drawing/2014/main" id="{487E4F0C-5044-4CBC-92CE-6247C742F3B8}"/>
                  </a:ext>
                </a:extLst>
              </p:cNvPr>
              <p:cNvSpPr/>
              <p:nvPr/>
            </p:nvSpPr>
            <p:spPr>
              <a:xfrm>
                <a:off x="-40005525" y="2552600"/>
                <a:ext cx="70900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487" extrusionOk="0">
                    <a:moveTo>
                      <a:pt x="1408" y="807"/>
                    </a:moveTo>
                    <a:cubicBezTo>
                      <a:pt x="1461" y="807"/>
                      <a:pt x="1518" y="817"/>
                      <a:pt x="1575" y="839"/>
                    </a:cubicBezTo>
                    <a:cubicBezTo>
                      <a:pt x="1733" y="902"/>
                      <a:pt x="1796" y="1028"/>
                      <a:pt x="1796" y="1248"/>
                    </a:cubicBezTo>
                    <a:cubicBezTo>
                      <a:pt x="1845" y="1496"/>
                      <a:pt x="1661" y="1666"/>
                      <a:pt x="1442" y="1666"/>
                    </a:cubicBezTo>
                    <a:cubicBezTo>
                      <a:pt x="1383" y="1666"/>
                      <a:pt x="1321" y="1653"/>
                      <a:pt x="1260" y="1626"/>
                    </a:cubicBezTo>
                    <a:cubicBezTo>
                      <a:pt x="1071" y="1563"/>
                      <a:pt x="945" y="1311"/>
                      <a:pt x="1008" y="1091"/>
                    </a:cubicBezTo>
                    <a:cubicBezTo>
                      <a:pt x="1081" y="921"/>
                      <a:pt x="1229" y="807"/>
                      <a:pt x="1408" y="807"/>
                    </a:cubicBezTo>
                    <a:close/>
                    <a:moveTo>
                      <a:pt x="1438" y="1"/>
                    </a:moveTo>
                    <a:cubicBezTo>
                      <a:pt x="1040" y="1"/>
                      <a:pt x="635" y="188"/>
                      <a:pt x="378" y="523"/>
                    </a:cubicBezTo>
                    <a:cubicBezTo>
                      <a:pt x="0" y="1091"/>
                      <a:pt x="158" y="1878"/>
                      <a:pt x="693" y="2256"/>
                    </a:cubicBezTo>
                    <a:cubicBezTo>
                      <a:pt x="909" y="2412"/>
                      <a:pt x="1158" y="2486"/>
                      <a:pt x="1405" y="2486"/>
                    </a:cubicBezTo>
                    <a:cubicBezTo>
                      <a:pt x="1806" y="2486"/>
                      <a:pt x="2204" y="2292"/>
                      <a:pt x="2457" y="1941"/>
                    </a:cubicBezTo>
                    <a:cubicBezTo>
                      <a:pt x="2836" y="1406"/>
                      <a:pt x="2678" y="618"/>
                      <a:pt x="2111" y="208"/>
                    </a:cubicBezTo>
                    <a:cubicBezTo>
                      <a:pt x="1911" y="67"/>
                      <a:pt x="1676" y="1"/>
                      <a:pt x="143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6" name="Google Shape;6289;p63">
                <a:extLst>
                  <a:ext uri="{FF2B5EF4-FFF2-40B4-BE49-F238E27FC236}">
                    <a16:creationId xmlns:a16="http://schemas.microsoft.com/office/drawing/2014/main" id="{F619A72F-1B0F-42E6-B4E8-C0AA974D8E44}"/>
                  </a:ext>
                </a:extLst>
              </p:cNvPr>
              <p:cNvSpPr/>
              <p:nvPr/>
            </p:nvSpPr>
            <p:spPr>
              <a:xfrm>
                <a:off x="-40039400" y="2605050"/>
                <a:ext cx="291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820" extrusionOk="0">
                    <a:moveTo>
                      <a:pt x="725" y="1"/>
                    </a:moveTo>
                    <a:cubicBezTo>
                      <a:pt x="473" y="1"/>
                      <a:pt x="0" y="190"/>
                      <a:pt x="0" y="410"/>
                    </a:cubicBezTo>
                    <a:cubicBezTo>
                      <a:pt x="0" y="631"/>
                      <a:pt x="473" y="820"/>
                      <a:pt x="725" y="820"/>
                    </a:cubicBezTo>
                    <a:cubicBezTo>
                      <a:pt x="945" y="820"/>
                      <a:pt x="1166" y="631"/>
                      <a:pt x="1166" y="410"/>
                    </a:cubicBezTo>
                    <a:cubicBezTo>
                      <a:pt x="1103" y="158"/>
                      <a:pt x="914" y="1"/>
                      <a:pt x="72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7" name="Google Shape;6290;p63">
                <a:extLst>
                  <a:ext uri="{FF2B5EF4-FFF2-40B4-BE49-F238E27FC236}">
                    <a16:creationId xmlns:a16="http://schemas.microsoft.com/office/drawing/2014/main" id="{8B0968FF-CD63-447C-A71C-E2DB1A6B8E8A}"/>
                  </a:ext>
                </a:extLst>
              </p:cNvPr>
              <p:cNvSpPr/>
              <p:nvPr/>
            </p:nvSpPr>
            <p:spPr>
              <a:xfrm>
                <a:off x="-40079575" y="2584575"/>
                <a:ext cx="19725" cy="19725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410" y="1"/>
                    </a:moveTo>
                    <a:cubicBezTo>
                      <a:pt x="190" y="1"/>
                      <a:pt x="1" y="158"/>
                      <a:pt x="1" y="379"/>
                    </a:cubicBezTo>
                    <a:cubicBezTo>
                      <a:pt x="1" y="599"/>
                      <a:pt x="190" y="788"/>
                      <a:pt x="410" y="788"/>
                    </a:cubicBezTo>
                    <a:cubicBezTo>
                      <a:pt x="631" y="788"/>
                      <a:pt x="788" y="599"/>
                      <a:pt x="788" y="379"/>
                    </a:cubicBezTo>
                    <a:cubicBezTo>
                      <a:pt x="788" y="158"/>
                      <a:pt x="631" y="1"/>
                      <a:pt x="41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8" name="Google Shape;6291;p63">
                <a:extLst>
                  <a:ext uri="{FF2B5EF4-FFF2-40B4-BE49-F238E27FC236}">
                    <a16:creationId xmlns:a16="http://schemas.microsoft.com/office/drawing/2014/main" id="{552AEA41-877A-4D4C-922A-F9EEBFBF7207}"/>
                  </a:ext>
                </a:extLst>
              </p:cNvPr>
              <p:cNvSpPr/>
              <p:nvPr/>
            </p:nvSpPr>
            <p:spPr>
              <a:xfrm>
                <a:off x="-40160700" y="2339625"/>
                <a:ext cx="290650" cy="316650"/>
              </a:xfrm>
              <a:custGeom>
                <a:avLst/>
                <a:gdLst/>
                <a:ahLst/>
                <a:cxnLst/>
                <a:rect l="l" t="t" r="r" b="b"/>
                <a:pathLst>
                  <a:path w="11626" h="12666" extrusionOk="0">
                    <a:moveTo>
                      <a:pt x="7656" y="820"/>
                    </a:moveTo>
                    <a:cubicBezTo>
                      <a:pt x="7845" y="820"/>
                      <a:pt x="8003" y="946"/>
                      <a:pt x="8066" y="1072"/>
                    </a:cubicBezTo>
                    <a:cubicBezTo>
                      <a:pt x="8129" y="1355"/>
                      <a:pt x="7940" y="1639"/>
                      <a:pt x="7656" y="1639"/>
                    </a:cubicBezTo>
                    <a:lnTo>
                      <a:pt x="4065" y="1639"/>
                    </a:lnTo>
                    <a:cubicBezTo>
                      <a:pt x="3876" y="1639"/>
                      <a:pt x="3687" y="1450"/>
                      <a:pt x="3687" y="1261"/>
                    </a:cubicBezTo>
                    <a:cubicBezTo>
                      <a:pt x="3687" y="1009"/>
                      <a:pt x="3876" y="851"/>
                      <a:pt x="4065" y="820"/>
                    </a:cubicBezTo>
                    <a:close/>
                    <a:moveTo>
                      <a:pt x="7310" y="2458"/>
                    </a:moveTo>
                    <a:lnTo>
                      <a:pt x="7310" y="5860"/>
                    </a:lnTo>
                    <a:cubicBezTo>
                      <a:pt x="7310" y="6270"/>
                      <a:pt x="7467" y="6711"/>
                      <a:pt x="7656" y="7026"/>
                    </a:cubicBezTo>
                    <a:cubicBezTo>
                      <a:pt x="7026" y="7152"/>
                      <a:pt x="6396" y="7404"/>
                      <a:pt x="5797" y="7782"/>
                    </a:cubicBezTo>
                    <a:cubicBezTo>
                      <a:pt x="5146" y="8207"/>
                      <a:pt x="4241" y="8453"/>
                      <a:pt x="3401" y="8453"/>
                    </a:cubicBezTo>
                    <a:cubicBezTo>
                      <a:pt x="3306" y="8453"/>
                      <a:pt x="3212" y="8450"/>
                      <a:pt x="3120" y="8444"/>
                    </a:cubicBezTo>
                    <a:lnTo>
                      <a:pt x="4128" y="7026"/>
                    </a:lnTo>
                    <a:cubicBezTo>
                      <a:pt x="4380" y="6680"/>
                      <a:pt x="4537" y="6239"/>
                      <a:pt x="4537" y="5829"/>
                    </a:cubicBezTo>
                    <a:lnTo>
                      <a:pt x="4537" y="2458"/>
                    </a:lnTo>
                    <a:close/>
                    <a:moveTo>
                      <a:pt x="8192" y="7782"/>
                    </a:moveTo>
                    <a:cubicBezTo>
                      <a:pt x="10775" y="11500"/>
                      <a:pt x="10586" y="11216"/>
                      <a:pt x="10618" y="11279"/>
                    </a:cubicBezTo>
                    <a:cubicBezTo>
                      <a:pt x="10681" y="11563"/>
                      <a:pt x="10523" y="11846"/>
                      <a:pt x="10208" y="11846"/>
                    </a:cubicBezTo>
                    <a:lnTo>
                      <a:pt x="1576" y="11846"/>
                    </a:lnTo>
                    <a:cubicBezTo>
                      <a:pt x="1198" y="11846"/>
                      <a:pt x="1040" y="11437"/>
                      <a:pt x="1198" y="11216"/>
                    </a:cubicBezTo>
                    <a:lnTo>
                      <a:pt x="2584" y="9232"/>
                    </a:lnTo>
                    <a:cubicBezTo>
                      <a:pt x="2825" y="9263"/>
                      <a:pt x="3077" y="9280"/>
                      <a:pt x="3333" y="9280"/>
                    </a:cubicBezTo>
                    <a:cubicBezTo>
                      <a:pt x="4347" y="9280"/>
                      <a:pt x="5434" y="9022"/>
                      <a:pt x="6239" y="8444"/>
                    </a:cubicBezTo>
                    <a:cubicBezTo>
                      <a:pt x="6837" y="8066"/>
                      <a:pt x="7499" y="7814"/>
                      <a:pt x="8192" y="7782"/>
                    </a:cubicBezTo>
                    <a:close/>
                    <a:moveTo>
                      <a:pt x="4128" y="1"/>
                    </a:moveTo>
                    <a:cubicBezTo>
                      <a:pt x="3435" y="1"/>
                      <a:pt x="2899" y="536"/>
                      <a:pt x="2899" y="1261"/>
                    </a:cubicBezTo>
                    <a:cubicBezTo>
                      <a:pt x="2899" y="1765"/>
                      <a:pt x="3214" y="2237"/>
                      <a:pt x="3718" y="2426"/>
                    </a:cubicBezTo>
                    <a:lnTo>
                      <a:pt x="3718" y="5860"/>
                    </a:lnTo>
                    <a:cubicBezTo>
                      <a:pt x="3718" y="6081"/>
                      <a:pt x="3655" y="6365"/>
                      <a:pt x="3498" y="6554"/>
                    </a:cubicBezTo>
                    <a:lnTo>
                      <a:pt x="568" y="10744"/>
                    </a:lnTo>
                    <a:cubicBezTo>
                      <a:pt x="1" y="11563"/>
                      <a:pt x="568" y="12666"/>
                      <a:pt x="1607" y="12666"/>
                    </a:cubicBezTo>
                    <a:lnTo>
                      <a:pt x="10271" y="12666"/>
                    </a:lnTo>
                    <a:cubicBezTo>
                      <a:pt x="10555" y="12666"/>
                      <a:pt x="10870" y="12540"/>
                      <a:pt x="11090" y="12350"/>
                    </a:cubicBezTo>
                    <a:cubicBezTo>
                      <a:pt x="11531" y="11972"/>
                      <a:pt x="11626" y="11248"/>
                      <a:pt x="11248" y="10744"/>
                    </a:cubicBezTo>
                    <a:lnTo>
                      <a:pt x="8318" y="6554"/>
                    </a:lnTo>
                    <a:cubicBezTo>
                      <a:pt x="8160" y="6365"/>
                      <a:pt x="8097" y="6081"/>
                      <a:pt x="8097" y="5860"/>
                    </a:cubicBezTo>
                    <a:lnTo>
                      <a:pt x="8097" y="2426"/>
                    </a:lnTo>
                    <a:cubicBezTo>
                      <a:pt x="8570" y="2269"/>
                      <a:pt x="8916" y="1796"/>
                      <a:pt x="8916" y="1261"/>
                    </a:cubicBezTo>
                    <a:cubicBezTo>
                      <a:pt x="8916" y="568"/>
                      <a:pt x="8381" y="1"/>
                      <a:pt x="76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47813590-D665-486B-872E-28CE9572EC01}"/>
              </a:ext>
            </a:extLst>
          </p:cNvPr>
          <p:cNvGrpSpPr/>
          <p:nvPr/>
        </p:nvGrpSpPr>
        <p:grpSpPr>
          <a:xfrm>
            <a:off x="5468230" y="771321"/>
            <a:ext cx="959691" cy="959691"/>
            <a:chOff x="4531562" y="397877"/>
            <a:chExt cx="959691" cy="959691"/>
          </a:xfrm>
        </p:grpSpPr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5CF1C48E-4BC0-41C4-BF60-5630AF0B7EB8}"/>
                </a:ext>
              </a:extLst>
            </p:cNvPr>
            <p:cNvSpPr/>
            <p:nvPr/>
          </p:nvSpPr>
          <p:spPr>
            <a:xfrm>
              <a:off x="4531562" y="397877"/>
              <a:ext cx="959691" cy="95969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9" name="Google Shape;6317;p63">
              <a:extLst>
                <a:ext uri="{FF2B5EF4-FFF2-40B4-BE49-F238E27FC236}">
                  <a16:creationId xmlns:a16="http://schemas.microsoft.com/office/drawing/2014/main" id="{09E6B797-1595-4D6D-8A1A-EA7A110858D2}"/>
                </a:ext>
              </a:extLst>
            </p:cNvPr>
            <p:cNvGrpSpPr/>
            <p:nvPr/>
          </p:nvGrpSpPr>
          <p:grpSpPr>
            <a:xfrm>
              <a:off x="4783384" y="614424"/>
              <a:ext cx="456047" cy="526597"/>
              <a:chOff x="-39783425" y="2337925"/>
              <a:chExt cx="275700" cy="318350"/>
            </a:xfrm>
            <a:solidFill>
              <a:schemeClr val="bg1"/>
            </a:solidFill>
          </p:grpSpPr>
          <p:sp>
            <p:nvSpPr>
              <p:cNvPr id="110" name="Google Shape;6318;p63">
                <a:extLst>
                  <a:ext uri="{FF2B5EF4-FFF2-40B4-BE49-F238E27FC236}">
                    <a16:creationId xmlns:a16="http://schemas.microsoft.com/office/drawing/2014/main" id="{B4897C59-9CA2-4046-8415-1D4C1A714BB9}"/>
                  </a:ext>
                </a:extLst>
              </p:cNvPr>
              <p:cNvSpPr/>
              <p:nvPr/>
            </p:nvSpPr>
            <p:spPr>
              <a:xfrm>
                <a:off x="-39739325" y="2468600"/>
                <a:ext cx="1945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7783" h="5940" extrusionOk="0">
                    <a:moveTo>
                      <a:pt x="6349" y="772"/>
                    </a:moveTo>
                    <a:cubicBezTo>
                      <a:pt x="6459" y="772"/>
                      <a:pt x="6570" y="812"/>
                      <a:pt x="6648" y="891"/>
                    </a:cubicBezTo>
                    <a:cubicBezTo>
                      <a:pt x="6711" y="954"/>
                      <a:pt x="6743" y="1017"/>
                      <a:pt x="6806" y="1080"/>
                    </a:cubicBezTo>
                    <a:cubicBezTo>
                      <a:pt x="6837" y="1300"/>
                      <a:pt x="6837" y="1458"/>
                      <a:pt x="6711" y="1552"/>
                    </a:cubicBezTo>
                    <a:lnTo>
                      <a:pt x="3340" y="4955"/>
                    </a:lnTo>
                    <a:cubicBezTo>
                      <a:pt x="3261" y="5033"/>
                      <a:pt x="3151" y="5073"/>
                      <a:pt x="3041" y="5073"/>
                    </a:cubicBezTo>
                    <a:cubicBezTo>
                      <a:pt x="2931" y="5073"/>
                      <a:pt x="2820" y="5033"/>
                      <a:pt x="2742" y="4955"/>
                    </a:cubicBezTo>
                    <a:lnTo>
                      <a:pt x="1040" y="3253"/>
                    </a:lnTo>
                    <a:cubicBezTo>
                      <a:pt x="883" y="3096"/>
                      <a:pt x="883" y="2812"/>
                      <a:pt x="1040" y="2655"/>
                    </a:cubicBezTo>
                    <a:lnTo>
                      <a:pt x="1135" y="2592"/>
                    </a:lnTo>
                    <a:cubicBezTo>
                      <a:pt x="1214" y="2513"/>
                      <a:pt x="1316" y="2474"/>
                      <a:pt x="1418" y="2474"/>
                    </a:cubicBezTo>
                    <a:cubicBezTo>
                      <a:pt x="1521" y="2474"/>
                      <a:pt x="1623" y="2513"/>
                      <a:pt x="1702" y="2592"/>
                    </a:cubicBezTo>
                    <a:lnTo>
                      <a:pt x="2742" y="3600"/>
                    </a:lnTo>
                    <a:cubicBezTo>
                      <a:pt x="2820" y="3679"/>
                      <a:pt x="2931" y="3718"/>
                      <a:pt x="3041" y="3718"/>
                    </a:cubicBezTo>
                    <a:cubicBezTo>
                      <a:pt x="3151" y="3718"/>
                      <a:pt x="3261" y="3679"/>
                      <a:pt x="3340" y="3600"/>
                    </a:cubicBezTo>
                    <a:lnTo>
                      <a:pt x="6050" y="891"/>
                    </a:lnTo>
                    <a:cubicBezTo>
                      <a:pt x="6128" y="812"/>
                      <a:pt x="6239" y="772"/>
                      <a:pt x="6349" y="772"/>
                    </a:cubicBezTo>
                    <a:close/>
                    <a:moveTo>
                      <a:pt x="6369" y="1"/>
                    </a:moveTo>
                    <a:cubicBezTo>
                      <a:pt x="6050" y="1"/>
                      <a:pt x="5719" y="119"/>
                      <a:pt x="5451" y="355"/>
                    </a:cubicBezTo>
                    <a:lnTo>
                      <a:pt x="3025" y="2781"/>
                    </a:lnTo>
                    <a:lnTo>
                      <a:pt x="2269" y="2025"/>
                    </a:lnTo>
                    <a:cubicBezTo>
                      <a:pt x="2040" y="1796"/>
                      <a:pt x="1742" y="1663"/>
                      <a:pt x="1421" y="1663"/>
                    </a:cubicBezTo>
                    <a:cubicBezTo>
                      <a:pt x="1256" y="1663"/>
                      <a:pt x="1085" y="1698"/>
                      <a:pt x="914" y="1773"/>
                    </a:cubicBezTo>
                    <a:cubicBezTo>
                      <a:pt x="694" y="1867"/>
                      <a:pt x="536" y="1993"/>
                      <a:pt x="473" y="2119"/>
                    </a:cubicBezTo>
                    <a:cubicBezTo>
                      <a:pt x="1" y="2592"/>
                      <a:pt x="1" y="3379"/>
                      <a:pt x="473" y="3883"/>
                    </a:cubicBezTo>
                    <a:lnTo>
                      <a:pt x="2143" y="5585"/>
                    </a:lnTo>
                    <a:cubicBezTo>
                      <a:pt x="2379" y="5821"/>
                      <a:pt x="2694" y="5939"/>
                      <a:pt x="3017" y="5939"/>
                    </a:cubicBezTo>
                    <a:cubicBezTo>
                      <a:pt x="3340" y="5939"/>
                      <a:pt x="3671" y="5821"/>
                      <a:pt x="3939" y="5585"/>
                    </a:cubicBezTo>
                    <a:lnTo>
                      <a:pt x="7310" y="2182"/>
                    </a:lnTo>
                    <a:cubicBezTo>
                      <a:pt x="7656" y="1836"/>
                      <a:pt x="7782" y="1300"/>
                      <a:pt x="7593" y="859"/>
                    </a:cubicBezTo>
                    <a:cubicBezTo>
                      <a:pt x="7467" y="575"/>
                      <a:pt x="7310" y="418"/>
                      <a:pt x="7215" y="355"/>
                    </a:cubicBezTo>
                    <a:cubicBezTo>
                      <a:pt x="6995" y="119"/>
                      <a:pt x="6688" y="1"/>
                      <a:pt x="636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6319;p63">
                <a:extLst>
                  <a:ext uri="{FF2B5EF4-FFF2-40B4-BE49-F238E27FC236}">
                    <a16:creationId xmlns:a16="http://schemas.microsoft.com/office/drawing/2014/main" id="{97EE2CE2-B187-4065-89CC-17ECD7A6CDE7}"/>
                  </a:ext>
                </a:extLst>
              </p:cNvPr>
              <p:cNvSpPr/>
              <p:nvPr/>
            </p:nvSpPr>
            <p:spPr>
              <a:xfrm>
                <a:off x="-39783425" y="2337925"/>
                <a:ext cx="275700" cy="318350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12734" extrusionOk="0">
                    <a:moveTo>
                      <a:pt x="5608" y="793"/>
                    </a:moveTo>
                    <a:cubicBezTo>
                      <a:pt x="5829" y="793"/>
                      <a:pt x="5986" y="1014"/>
                      <a:pt x="6049" y="1234"/>
                    </a:cubicBezTo>
                    <a:cubicBezTo>
                      <a:pt x="6049" y="1486"/>
                      <a:pt x="6238" y="1644"/>
                      <a:pt x="6459" y="1644"/>
                    </a:cubicBezTo>
                    <a:lnTo>
                      <a:pt x="8129" y="1644"/>
                    </a:lnTo>
                    <a:cubicBezTo>
                      <a:pt x="8349" y="1644"/>
                      <a:pt x="8507" y="1833"/>
                      <a:pt x="8570" y="2053"/>
                    </a:cubicBezTo>
                    <a:lnTo>
                      <a:pt x="8570" y="2494"/>
                    </a:lnTo>
                    <a:lnTo>
                      <a:pt x="2773" y="2494"/>
                    </a:lnTo>
                    <a:lnTo>
                      <a:pt x="2773" y="2116"/>
                    </a:lnTo>
                    <a:lnTo>
                      <a:pt x="2741" y="2116"/>
                    </a:lnTo>
                    <a:cubicBezTo>
                      <a:pt x="2741" y="1864"/>
                      <a:pt x="2930" y="1707"/>
                      <a:pt x="3119" y="1675"/>
                    </a:cubicBezTo>
                    <a:lnTo>
                      <a:pt x="4789" y="1675"/>
                    </a:lnTo>
                    <a:cubicBezTo>
                      <a:pt x="5010" y="1675"/>
                      <a:pt x="5167" y="1486"/>
                      <a:pt x="5167" y="1234"/>
                    </a:cubicBezTo>
                    <a:cubicBezTo>
                      <a:pt x="5167" y="1014"/>
                      <a:pt x="5356" y="856"/>
                      <a:pt x="5608" y="793"/>
                    </a:cubicBezTo>
                    <a:close/>
                    <a:moveTo>
                      <a:pt x="10177" y="2494"/>
                    </a:moveTo>
                    <a:lnTo>
                      <a:pt x="10177" y="11883"/>
                    </a:lnTo>
                    <a:lnTo>
                      <a:pt x="788" y="11883"/>
                    </a:lnTo>
                    <a:lnTo>
                      <a:pt x="788" y="2494"/>
                    </a:lnTo>
                    <a:lnTo>
                      <a:pt x="1891" y="2494"/>
                    </a:lnTo>
                    <a:lnTo>
                      <a:pt x="1891" y="2904"/>
                    </a:lnTo>
                    <a:cubicBezTo>
                      <a:pt x="1891" y="3125"/>
                      <a:pt x="2111" y="3314"/>
                      <a:pt x="2332" y="3314"/>
                    </a:cubicBezTo>
                    <a:lnTo>
                      <a:pt x="8948" y="3314"/>
                    </a:lnTo>
                    <a:cubicBezTo>
                      <a:pt x="9200" y="3314"/>
                      <a:pt x="9357" y="3125"/>
                      <a:pt x="9357" y="2904"/>
                    </a:cubicBezTo>
                    <a:lnTo>
                      <a:pt x="9357" y="2494"/>
                    </a:lnTo>
                    <a:close/>
                    <a:moveTo>
                      <a:pt x="5615" y="1"/>
                    </a:moveTo>
                    <a:cubicBezTo>
                      <a:pt x="5456" y="1"/>
                      <a:pt x="5293" y="33"/>
                      <a:pt x="5136" y="100"/>
                    </a:cubicBezTo>
                    <a:cubicBezTo>
                      <a:pt x="4821" y="226"/>
                      <a:pt x="4537" y="478"/>
                      <a:pt x="4474" y="856"/>
                    </a:cubicBezTo>
                    <a:lnTo>
                      <a:pt x="3151" y="856"/>
                    </a:lnTo>
                    <a:cubicBezTo>
                      <a:pt x="2647" y="856"/>
                      <a:pt x="2174" y="1203"/>
                      <a:pt x="1985" y="1675"/>
                    </a:cubicBezTo>
                    <a:lnTo>
                      <a:pt x="410" y="1675"/>
                    </a:lnTo>
                    <a:cubicBezTo>
                      <a:pt x="158" y="1675"/>
                      <a:pt x="0" y="1864"/>
                      <a:pt x="0" y="2116"/>
                    </a:cubicBezTo>
                    <a:lnTo>
                      <a:pt x="0" y="12292"/>
                    </a:lnTo>
                    <a:cubicBezTo>
                      <a:pt x="0" y="12544"/>
                      <a:pt x="221" y="12734"/>
                      <a:pt x="410" y="12734"/>
                    </a:cubicBezTo>
                    <a:lnTo>
                      <a:pt x="10618" y="12734"/>
                    </a:lnTo>
                    <a:cubicBezTo>
                      <a:pt x="10838" y="12734"/>
                      <a:pt x="11027" y="12544"/>
                      <a:pt x="11027" y="12292"/>
                    </a:cubicBezTo>
                    <a:lnTo>
                      <a:pt x="11027" y="2116"/>
                    </a:lnTo>
                    <a:cubicBezTo>
                      <a:pt x="10996" y="1864"/>
                      <a:pt x="10807" y="1675"/>
                      <a:pt x="10555" y="1675"/>
                    </a:cubicBezTo>
                    <a:lnTo>
                      <a:pt x="9263" y="1675"/>
                    </a:lnTo>
                    <a:cubicBezTo>
                      <a:pt x="9105" y="1203"/>
                      <a:pt x="8633" y="856"/>
                      <a:pt x="8097" y="856"/>
                    </a:cubicBezTo>
                    <a:lnTo>
                      <a:pt x="6774" y="856"/>
                    </a:lnTo>
                    <a:cubicBezTo>
                      <a:pt x="6606" y="328"/>
                      <a:pt x="6127" y="1"/>
                      <a:pt x="56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15" name="ZoneTexte 114">
            <a:extLst>
              <a:ext uri="{FF2B5EF4-FFF2-40B4-BE49-F238E27FC236}">
                <a16:creationId xmlns:a16="http://schemas.microsoft.com/office/drawing/2014/main" id="{B387738B-2143-4D5F-B217-C792D44EE5B5}"/>
              </a:ext>
            </a:extLst>
          </p:cNvPr>
          <p:cNvSpPr txBox="1"/>
          <p:nvPr/>
        </p:nvSpPr>
        <p:spPr>
          <a:xfrm>
            <a:off x="391510" y="1795580"/>
            <a:ext cx="97105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D78233"/>
                </a:solidFill>
                <a:latin typeface="Raleway" pitchFamily="2" charset="0"/>
              </a:rPr>
              <a:t>IDÉE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AD32057-3CA4-4C00-87EC-9D319877C7E7}"/>
              </a:ext>
            </a:extLst>
          </p:cNvPr>
          <p:cNvSpPr txBox="1"/>
          <p:nvPr/>
        </p:nvSpPr>
        <p:spPr>
          <a:xfrm>
            <a:off x="188678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FFC000"/>
                </a:solidFill>
                <a:latin typeface="Raleway" pitchFamily="2" charset="0"/>
              </a:rPr>
              <a:t>CREATIVITÉ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B1182D47-06DA-47EC-A4BD-51269A6844C6}"/>
              </a:ext>
            </a:extLst>
          </p:cNvPr>
          <p:cNvSpPr txBox="1"/>
          <p:nvPr/>
        </p:nvSpPr>
        <p:spPr>
          <a:xfrm>
            <a:off x="361614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92D050"/>
                </a:solidFill>
                <a:latin typeface="Raleway" pitchFamily="2" charset="0"/>
              </a:rPr>
              <a:t>SOLUTIONS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D82708C2-2A17-4F59-998D-BA2802EE913B}"/>
              </a:ext>
            </a:extLst>
          </p:cNvPr>
          <p:cNvSpPr txBox="1"/>
          <p:nvPr/>
        </p:nvSpPr>
        <p:spPr>
          <a:xfrm>
            <a:off x="534550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7ACB7B"/>
                </a:solidFill>
                <a:latin typeface="Raleway" pitchFamily="2" charset="0"/>
              </a:rPr>
              <a:t>SELECTION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E48D2D6B-E78D-4AC4-B013-174F74EBBF7B}"/>
              </a:ext>
            </a:extLst>
          </p:cNvPr>
          <p:cNvSpPr txBox="1"/>
          <p:nvPr/>
        </p:nvSpPr>
        <p:spPr>
          <a:xfrm>
            <a:off x="7074865" y="1795580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398C7C"/>
                </a:solidFill>
                <a:latin typeface="Raleway" pitchFamily="2" charset="0"/>
              </a:rPr>
              <a:t>PROTOTYPAGE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88E15A9A-65E1-4D41-872B-AC02AC481771}"/>
              </a:ext>
            </a:extLst>
          </p:cNvPr>
          <p:cNvSpPr txBox="1"/>
          <p:nvPr/>
        </p:nvSpPr>
        <p:spPr>
          <a:xfrm>
            <a:off x="9109741" y="1795580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70C0"/>
                </a:solidFill>
                <a:latin typeface="Raleway" pitchFamily="2" charset="0"/>
              </a:rPr>
              <a:t>EXPÉRIMENTATION</a:t>
            </a:r>
          </a:p>
        </p:txBody>
      </p:sp>
      <p:sp>
        <p:nvSpPr>
          <p:cNvPr id="150" name="Flèche : bas 149">
            <a:extLst>
              <a:ext uri="{FF2B5EF4-FFF2-40B4-BE49-F238E27FC236}">
                <a16:creationId xmlns:a16="http://schemas.microsoft.com/office/drawing/2014/main" id="{44A46CAE-D185-4EFD-9DEB-78E7FCE30B1D}"/>
              </a:ext>
            </a:extLst>
          </p:cNvPr>
          <p:cNvSpPr/>
          <p:nvPr/>
        </p:nvSpPr>
        <p:spPr>
          <a:xfrm rot="16200000">
            <a:off x="1363000" y="1083117"/>
            <a:ext cx="313316" cy="419026"/>
          </a:xfrm>
          <a:prstGeom prst="downArrow">
            <a:avLst/>
          </a:prstGeom>
          <a:solidFill>
            <a:srgbClr val="D7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Flèche : bas 150">
            <a:extLst>
              <a:ext uri="{FF2B5EF4-FFF2-40B4-BE49-F238E27FC236}">
                <a16:creationId xmlns:a16="http://schemas.microsoft.com/office/drawing/2014/main" id="{8D78ABE8-C7C3-4CC6-AA4C-90870E72EE46}"/>
              </a:ext>
            </a:extLst>
          </p:cNvPr>
          <p:cNvSpPr/>
          <p:nvPr/>
        </p:nvSpPr>
        <p:spPr>
          <a:xfrm rot="16200000">
            <a:off x="2997055" y="1057204"/>
            <a:ext cx="313316" cy="41902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Flèche : bas 151">
            <a:extLst>
              <a:ext uri="{FF2B5EF4-FFF2-40B4-BE49-F238E27FC236}">
                <a16:creationId xmlns:a16="http://schemas.microsoft.com/office/drawing/2014/main" id="{90A1A3DF-C356-4346-961A-2CB57CB354D9}"/>
              </a:ext>
            </a:extLst>
          </p:cNvPr>
          <p:cNvSpPr/>
          <p:nvPr/>
        </p:nvSpPr>
        <p:spPr>
          <a:xfrm rot="16200000">
            <a:off x="4729466" y="1040440"/>
            <a:ext cx="313316" cy="419026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Flèche : bas 152">
            <a:extLst>
              <a:ext uri="{FF2B5EF4-FFF2-40B4-BE49-F238E27FC236}">
                <a16:creationId xmlns:a16="http://schemas.microsoft.com/office/drawing/2014/main" id="{AF89F3F5-4B10-4582-9FAD-F067F61A794F}"/>
              </a:ext>
            </a:extLst>
          </p:cNvPr>
          <p:cNvSpPr/>
          <p:nvPr/>
        </p:nvSpPr>
        <p:spPr>
          <a:xfrm rot="16200000">
            <a:off x="6438665" y="1033096"/>
            <a:ext cx="313316" cy="419026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Flèche : courbe vers le bas 157">
            <a:extLst>
              <a:ext uri="{FF2B5EF4-FFF2-40B4-BE49-F238E27FC236}">
                <a16:creationId xmlns:a16="http://schemas.microsoft.com/office/drawing/2014/main" id="{BB8E3A8C-6D53-4339-9069-9A373507BF09}"/>
              </a:ext>
            </a:extLst>
          </p:cNvPr>
          <p:cNvSpPr/>
          <p:nvPr/>
        </p:nvSpPr>
        <p:spPr>
          <a:xfrm>
            <a:off x="7729218" y="119649"/>
            <a:ext cx="2332627" cy="562830"/>
          </a:xfrm>
          <a:prstGeom prst="curvedDownArrow">
            <a:avLst/>
          </a:prstGeom>
          <a:solidFill>
            <a:srgbClr val="346A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9" name="Flèche : courbe vers le bas 158">
            <a:extLst>
              <a:ext uri="{FF2B5EF4-FFF2-40B4-BE49-F238E27FC236}">
                <a16:creationId xmlns:a16="http://schemas.microsoft.com/office/drawing/2014/main" id="{D89069A7-E3FC-462A-BB95-3FD2F73ED766}"/>
              </a:ext>
            </a:extLst>
          </p:cNvPr>
          <p:cNvSpPr/>
          <p:nvPr/>
        </p:nvSpPr>
        <p:spPr>
          <a:xfrm rot="10800000">
            <a:off x="7749291" y="2190851"/>
            <a:ext cx="2332627" cy="562830"/>
          </a:xfrm>
          <a:prstGeom prst="curved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73168A50-C667-43DA-AFD7-8F7BA47BCE05}"/>
              </a:ext>
            </a:extLst>
          </p:cNvPr>
          <p:cNvGrpSpPr/>
          <p:nvPr/>
        </p:nvGrpSpPr>
        <p:grpSpPr>
          <a:xfrm>
            <a:off x="6662131" y="3447845"/>
            <a:ext cx="1008943" cy="504471"/>
            <a:chOff x="4753328" y="2568"/>
            <a:chExt cx="1008943" cy="504471"/>
          </a:xfrm>
          <a:noFill/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AAFD2C4E-2C48-44F2-96F9-6736A75628A5}"/>
                </a:ext>
              </a:extLst>
            </p:cNvPr>
            <p:cNvSpPr/>
            <p:nvPr/>
          </p:nvSpPr>
          <p:spPr>
            <a:xfrm>
              <a:off x="4753328" y="2568"/>
              <a:ext cx="1008943" cy="50447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Rectangle : coins arrondis 4">
              <a:extLst>
                <a:ext uri="{FF2B5EF4-FFF2-40B4-BE49-F238E27FC236}">
                  <a16:creationId xmlns:a16="http://schemas.microsoft.com/office/drawing/2014/main" id="{7A33CF2B-7727-4836-A30B-68859AE3EFB8}"/>
                </a:ext>
              </a:extLst>
            </p:cNvPr>
            <p:cNvSpPr txBox="1"/>
            <p:nvPr/>
          </p:nvSpPr>
          <p:spPr>
            <a:xfrm>
              <a:off x="4777954" y="27194"/>
              <a:ext cx="959691" cy="45521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0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08FD1540-03C3-44FC-A1E5-56BED3BCD5E9}"/>
              </a:ext>
            </a:extLst>
          </p:cNvPr>
          <p:cNvGrpSpPr/>
          <p:nvPr/>
        </p:nvGrpSpPr>
        <p:grpSpPr>
          <a:xfrm>
            <a:off x="6563778" y="2825300"/>
            <a:ext cx="959691" cy="959691"/>
            <a:chOff x="9906187" y="506198"/>
            <a:chExt cx="959691" cy="959691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BD7173F2-EEC6-411A-A930-AB9DF4826B99}"/>
                </a:ext>
              </a:extLst>
            </p:cNvPr>
            <p:cNvSpPr/>
            <p:nvPr/>
          </p:nvSpPr>
          <p:spPr>
            <a:xfrm>
              <a:off x="9906187" y="506198"/>
              <a:ext cx="959691" cy="959691"/>
            </a:xfrm>
            <a:prstGeom prst="ellipse">
              <a:avLst/>
            </a:prstGeom>
            <a:solidFill>
              <a:srgbClr val="2C4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9" name="Google Shape;4488;p59">
              <a:extLst>
                <a:ext uri="{FF2B5EF4-FFF2-40B4-BE49-F238E27FC236}">
                  <a16:creationId xmlns:a16="http://schemas.microsoft.com/office/drawing/2014/main" id="{D276F4F3-80AF-4E08-B5E9-D156CD20F2E5}"/>
                </a:ext>
              </a:extLst>
            </p:cNvPr>
            <p:cNvGrpSpPr/>
            <p:nvPr/>
          </p:nvGrpSpPr>
          <p:grpSpPr>
            <a:xfrm>
              <a:off x="10148628" y="750926"/>
              <a:ext cx="474808" cy="470235"/>
              <a:chOff x="3860250" y="1427025"/>
              <a:chExt cx="487900" cy="483200"/>
            </a:xfrm>
            <a:solidFill>
              <a:schemeClr val="bg1"/>
            </a:solidFill>
          </p:grpSpPr>
          <p:sp>
            <p:nvSpPr>
              <p:cNvPr id="60" name="Google Shape;4489;p59">
                <a:extLst>
                  <a:ext uri="{FF2B5EF4-FFF2-40B4-BE49-F238E27FC236}">
                    <a16:creationId xmlns:a16="http://schemas.microsoft.com/office/drawing/2014/main" id="{CC93903D-0D77-49B3-BD44-FBB280AE1E88}"/>
                  </a:ext>
                </a:extLst>
              </p:cNvPr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61" name="Google Shape;4490;p59">
                <a:extLst>
                  <a:ext uri="{FF2B5EF4-FFF2-40B4-BE49-F238E27FC236}">
                    <a16:creationId xmlns:a16="http://schemas.microsoft.com/office/drawing/2014/main" id="{8C9416A0-B350-4618-B861-450DBFF40DE7}"/>
                  </a:ext>
                </a:extLst>
              </p:cNvPr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62" name="Google Shape;4491;p59">
                <a:extLst>
                  <a:ext uri="{FF2B5EF4-FFF2-40B4-BE49-F238E27FC236}">
                    <a16:creationId xmlns:a16="http://schemas.microsoft.com/office/drawing/2014/main" id="{F8183422-C351-4730-A2A0-A6E59DA97C9B}"/>
                  </a:ext>
                </a:extLst>
              </p:cNvPr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0185918E-2EB7-4876-BD97-096B8201A990}"/>
              </a:ext>
            </a:extLst>
          </p:cNvPr>
          <p:cNvGrpSpPr/>
          <p:nvPr/>
        </p:nvGrpSpPr>
        <p:grpSpPr>
          <a:xfrm>
            <a:off x="4684884" y="2829351"/>
            <a:ext cx="959691" cy="959691"/>
            <a:chOff x="8571790" y="527866"/>
            <a:chExt cx="959691" cy="95969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27FB2ADE-B2C3-4942-9821-ECEB3D539650}"/>
                </a:ext>
              </a:extLst>
            </p:cNvPr>
            <p:cNvSpPr/>
            <p:nvPr/>
          </p:nvSpPr>
          <p:spPr>
            <a:xfrm>
              <a:off x="8571790" y="527866"/>
              <a:ext cx="959691" cy="959691"/>
            </a:xfrm>
            <a:prstGeom prst="ellipse">
              <a:avLst/>
            </a:prstGeom>
            <a:solidFill>
              <a:srgbClr val="346A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6" name="Google Shape;8211;p68">
              <a:extLst>
                <a:ext uri="{FF2B5EF4-FFF2-40B4-BE49-F238E27FC236}">
                  <a16:creationId xmlns:a16="http://schemas.microsoft.com/office/drawing/2014/main" id="{7EE1A5D9-1E82-48CA-BAD8-18242182AAF0}"/>
                </a:ext>
              </a:extLst>
            </p:cNvPr>
            <p:cNvGrpSpPr/>
            <p:nvPr/>
          </p:nvGrpSpPr>
          <p:grpSpPr>
            <a:xfrm>
              <a:off x="8800513" y="759926"/>
              <a:ext cx="502245" cy="495570"/>
              <a:chOff x="-6713450" y="2397900"/>
              <a:chExt cx="295375" cy="291450"/>
            </a:xfrm>
            <a:solidFill>
              <a:schemeClr val="bg1"/>
            </a:solidFill>
          </p:grpSpPr>
          <p:sp>
            <p:nvSpPr>
              <p:cNvPr id="87" name="Google Shape;8212;p68">
                <a:extLst>
                  <a:ext uri="{FF2B5EF4-FFF2-40B4-BE49-F238E27FC236}">
                    <a16:creationId xmlns:a16="http://schemas.microsoft.com/office/drawing/2014/main" id="{2DA87764-18DF-4070-A19A-DB05A3649429}"/>
                  </a:ext>
                </a:extLst>
              </p:cNvPr>
              <p:cNvSpPr/>
              <p:nvPr/>
            </p:nvSpPr>
            <p:spPr>
              <a:xfrm>
                <a:off x="-6628400" y="2465650"/>
                <a:ext cx="69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694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79" y="693"/>
                    </a:cubicBezTo>
                    <a:lnTo>
                      <a:pt x="2427" y="693"/>
                    </a:lnTo>
                    <a:cubicBezTo>
                      <a:pt x="2616" y="693"/>
                      <a:pt x="2773" y="536"/>
                      <a:pt x="2773" y="347"/>
                    </a:cubicBezTo>
                    <a:cubicBezTo>
                      <a:pt x="2773" y="158"/>
                      <a:pt x="2616" y="0"/>
                      <a:pt x="2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8" name="Google Shape;8213;p68">
                <a:extLst>
                  <a:ext uri="{FF2B5EF4-FFF2-40B4-BE49-F238E27FC236}">
                    <a16:creationId xmlns:a16="http://schemas.microsoft.com/office/drawing/2014/main" id="{E12DED96-780A-4AAE-91CC-415731D6BD66}"/>
                  </a:ext>
                </a:extLst>
              </p:cNvPr>
              <p:cNvSpPr/>
              <p:nvPr/>
            </p:nvSpPr>
            <p:spPr>
              <a:xfrm>
                <a:off x="-6713450" y="2397900"/>
                <a:ext cx="29537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658" extrusionOk="0">
                    <a:moveTo>
                      <a:pt x="2048" y="1167"/>
                    </a:moveTo>
                    <a:lnTo>
                      <a:pt x="2048" y="2017"/>
                    </a:lnTo>
                    <a:lnTo>
                      <a:pt x="1166" y="2017"/>
                    </a:lnTo>
                    <a:lnTo>
                      <a:pt x="2048" y="1167"/>
                    </a:lnTo>
                    <a:close/>
                    <a:moveTo>
                      <a:pt x="10330" y="2773"/>
                    </a:moveTo>
                    <a:cubicBezTo>
                      <a:pt x="10507" y="2773"/>
                      <a:pt x="10680" y="2836"/>
                      <a:pt x="10806" y="2962"/>
                    </a:cubicBezTo>
                    <a:cubicBezTo>
                      <a:pt x="11058" y="3246"/>
                      <a:pt x="11058" y="3687"/>
                      <a:pt x="10775" y="3908"/>
                    </a:cubicBezTo>
                    <a:lnTo>
                      <a:pt x="10176" y="4506"/>
                    </a:lnTo>
                    <a:lnTo>
                      <a:pt x="9231" y="3561"/>
                    </a:lnTo>
                    <a:lnTo>
                      <a:pt x="9830" y="2962"/>
                    </a:lnTo>
                    <a:cubicBezTo>
                      <a:pt x="9972" y="2836"/>
                      <a:pt x="10153" y="2773"/>
                      <a:pt x="10330" y="2773"/>
                    </a:cubicBezTo>
                    <a:close/>
                    <a:moveTo>
                      <a:pt x="8727" y="4034"/>
                    </a:moveTo>
                    <a:lnTo>
                      <a:pt x="9672" y="4979"/>
                    </a:lnTo>
                    <a:cubicBezTo>
                      <a:pt x="8538" y="6207"/>
                      <a:pt x="7026" y="7688"/>
                      <a:pt x="5892" y="8854"/>
                    </a:cubicBezTo>
                    <a:lnTo>
                      <a:pt x="4915" y="7846"/>
                    </a:lnTo>
                    <a:lnTo>
                      <a:pt x="8727" y="4034"/>
                    </a:lnTo>
                    <a:close/>
                    <a:moveTo>
                      <a:pt x="4600" y="8539"/>
                    </a:moveTo>
                    <a:lnTo>
                      <a:pt x="5230" y="9169"/>
                    </a:lnTo>
                    <a:lnTo>
                      <a:pt x="4285" y="9421"/>
                    </a:lnTo>
                    <a:cubicBezTo>
                      <a:pt x="4348" y="9232"/>
                      <a:pt x="4505" y="8728"/>
                      <a:pt x="4600" y="8539"/>
                    </a:cubicBezTo>
                    <a:close/>
                    <a:moveTo>
                      <a:pt x="7908" y="694"/>
                    </a:moveTo>
                    <a:cubicBezTo>
                      <a:pt x="8097" y="694"/>
                      <a:pt x="8255" y="852"/>
                      <a:pt x="8255" y="1041"/>
                    </a:cubicBezTo>
                    <a:lnTo>
                      <a:pt x="8255" y="3592"/>
                    </a:lnTo>
                    <a:lnTo>
                      <a:pt x="7467" y="4380"/>
                    </a:lnTo>
                    <a:cubicBezTo>
                      <a:pt x="7435" y="4286"/>
                      <a:pt x="7309" y="4160"/>
                      <a:pt x="7152" y="4160"/>
                    </a:cubicBezTo>
                    <a:lnTo>
                      <a:pt x="1733" y="4160"/>
                    </a:lnTo>
                    <a:cubicBezTo>
                      <a:pt x="1512" y="4160"/>
                      <a:pt x="1386" y="4317"/>
                      <a:pt x="1386" y="4506"/>
                    </a:cubicBezTo>
                    <a:cubicBezTo>
                      <a:pt x="1386" y="4695"/>
                      <a:pt x="1512" y="4853"/>
                      <a:pt x="1733" y="4853"/>
                    </a:cubicBezTo>
                    <a:lnTo>
                      <a:pt x="6994" y="4853"/>
                    </a:lnTo>
                    <a:lnTo>
                      <a:pt x="6333" y="5546"/>
                    </a:lnTo>
                    <a:lnTo>
                      <a:pt x="1733" y="5546"/>
                    </a:lnTo>
                    <a:cubicBezTo>
                      <a:pt x="1512" y="5546"/>
                      <a:pt x="1355" y="5703"/>
                      <a:pt x="1355" y="5892"/>
                    </a:cubicBezTo>
                    <a:cubicBezTo>
                      <a:pt x="1355" y="6081"/>
                      <a:pt x="1512" y="6239"/>
                      <a:pt x="1733" y="6239"/>
                    </a:cubicBezTo>
                    <a:lnTo>
                      <a:pt x="5608" y="6239"/>
                    </a:lnTo>
                    <a:lnTo>
                      <a:pt x="4947" y="6901"/>
                    </a:lnTo>
                    <a:lnTo>
                      <a:pt x="1733" y="6901"/>
                    </a:lnTo>
                    <a:cubicBezTo>
                      <a:pt x="1512" y="6901"/>
                      <a:pt x="1355" y="7058"/>
                      <a:pt x="1355" y="7279"/>
                    </a:cubicBezTo>
                    <a:cubicBezTo>
                      <a:pt x="1355" y="7468"/>
                      <a:pt x="1512" y="7625"/>
                      <a:pt x="1733" y="7625"/>
                    </a:cubicBezTo>
                    <a:lnTo>
                      <a:pt x="4285" y="7625"/>
                    </a:lnTo>
                    <a:cubicBezTo>
                      <a:pt x="4190" y="7688"/>
                      <a:pt x="4159" y="7751"/>
                      <a:pt x="4127" y="7814"/>
                    </a:cubicBezTo>
                    <a:lnTo>
                      <a:pt x="3970" y="8287"/>
                    </a:lnTo>
                    <a:lnTo>
                      <a:pt x="1733" y="8287"/>
                    </a:lnTo>
                    <a:cubicBezTo>
                      <a:pt x="1512" y="8287"/>
                      <a:pt x="1355" y="8444"/>
                      <a:pt x="1355" y="8633"/>
                    </a:cubicBezTo>
                    <a:cubicBezTo>
                      <a:pt x="1355" y="8854"/>
                      <a:pt x="1512" y="9011"/>
                      <a:pt x="1733" y="9011"/>
                    </a:cubicBezTo>
                    <a:lnTo>
                      <a:pt x="3718" y="9011"/>
                    </a:lnTo>
                    <a:lnTo>
                      <a:pt x="3466" y="9893"/>
                    </a:lnTo>
                    <a:cubicBezTo>
                      <a:pt x="3385" y="10136"/>
                      <a:pt x="3557" y="10355"/>
                      <a:pt x="3766" y="10355"/>
                    </a:cubicBezTo>
                    <a:cubicBezTo>
                      <a:pt x="3802" y="10355"/>
                      <a:pt x="3839" y="10348"/>
                      <a:pt x="3875" y="10335"/>
                    </a:cubicBezTo>
                    <a:lnTo>
                      <a:pt x="6018" y="9704"/>
                    </a:lnTo>
                    <a:cubicBezTo>
                      <a:pt x="6049" y="9704"/>
                      <a:pt x="6144" y="9673"/>
                      <a:pt x="6175" y="9641"/>
                    </a:cubicBezTo>
                    <a:lnTo>
                      <a:pt x="8286" y="7499"/>
                    </a:lnTo>
                    <a:lnTo>
                      <a:pt x="8286" y="10681"/>
                    </a:lnTo>
                    <a:cubicBezTo>
                      <a:pt x="8255" y="10839"/>
                      <a:pt x="8097" y="10996"/>
                      <a:pt x="7908" y="10996"/>
                    </a:cubicBezTo>
                    <a:lnTo>
                      <a:pt x="1040" y="10996"/>
                    </a:lnTo>
                    <a:cubicBezTo>
                      <a:pt x="851" y="10996"/>
                      <a:pt x="693" y="10839"/>
                      <a:pt x="693" y="10650"/>
                    </a:cubicBezTo>
                    <a:lnTo>
                      <a:pt x="693" y="2742"/>
                    </a:lnTo>
                    <a:lnTo>
                      <a:pt x="2395" y="2742"/>
                    </a:lnTo>
                    <a:cubicBezTo>
                      <a:pt x="2584" y="2742"/>
                      <a:pt x="2741" y="2584"/>
                      <a:pt x="2741" y="2395"/>
                    </a:cubicBezTo>
                    <a:lnTo>
                      <a:pt x="2741" y="694"/>
                    </a:lnTo>
                    <a:close/>
                    <a:moveTo>
                      <a:pt x="2363" y="1"/>
                    </a:moveTo>
                    <a:cubicBezTo>
                      <a:pt x="2237" y="1"/>
                      <a:pt x="2143" y="64"/>
                      <a:pt x="2111" y="127"/>
                    </a:cubicBezTo>
                    <a:lnTo>
                      <a:pt x="158" y="2112"/>
                    </a:lnTo>
                    <a:cubicBezTo>
                      <a:pt x="63" y="2175"/>
                      <a:pt x="0" y="2269"/>
                      <a:pt x="0" y="2364"/>
                    </a:cubicBezTo>
                    <a:lnTo>
                      <a:pt x="0" y="10650"/>
                    </a:lnTo>
                    <a:cubicBezTo>
                      <a:pt x="0" y="11217"/>
                      <a:pt x="473" y="11658"/>
                      <a:pt x="1008" y="11658"/>
                    </a:cubicBezTo>
                    <a:lnTo>
                      <a:pt x="7908" y="11658"/>
                    </a:lnTo>
                    <a:cubicBezTo>
                      <a:pt x="8444" y="11658"/>
                      <a:pt x="8916" y="11217"/>
                      <a:pt x="8916" y="10650"/>
                    </a:cubicBezTo>
                    <a:lnTo>
                      <a:pt x="8916" y="6774"/>
                    </a:lnTo>
                    <a:lnTo>
                      <a:pt x="11279" y="4412"/>
                    </a:lnTo>
                    <a:cubicBezTo>
                      <a:pt x="11815" y="3876"/>
                      <a:pt x="11815" y="3025"/>
                      <a:pt x="11279" y="2490"/>
                    </a:cubicBezTo>
                    <a:cubicBezTo>
                      <a:pt x="11011" y="2222"/>
                      <a:pt x="10657" y="2088"/>
                      <a:pt x="10306" y="2088"/>
                    </a:cubicBezTo>
                    <a:cubicBezTo>
                      <a:pt x="9956" y="2088"/>
                      <a:pt x="9609" y="2222"/>
                      <a:pt x="9357" y="2490"/>
                    </a:cubicBezTo>
                    <a:lnTo>
                      <a:pt x="8916" y="2931"/>
                    </a:lnTo>
                    <a:lnTo>
                      <a:pt x="8916" y="1041"/>
                    </a:lnTo>
                    <a:cubicBezTo>
                      <a:pt x="8916" y="474"/>
                      <a:pt x="8444" y="1"/>
                      <a:pt x="79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4E267E0-D476-4651-95CA-D374C54358FC}"/>
              </a:ext>
            </a:extLst>
          </p:cNvPr>
          <p:cNvSpPr txBox="1"/>
          <p:nvPr/>
        </p:nvSpPr>
        <p:spPr>
          <a:xfrm>
            <a:off x="4345649" y="38201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346A93"/>
                </a:solidFill>
                <a:latin typeface="Raleway" pitchFamily="2" charset="0"/>
              </a:rPr>
              <a:t>VALORISATION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DC06A3AE-AE96-42C3-B00D-789D031DECBC}"/>
              </a:ext>
            </a:extLst>
          </p:cNvPr>
          <p:cNvSpPr txBox="1"/>
          <p:nvPr/>
        </p:nvSpPr>
        <p:spPr>
          <a:xfrm>
            <a:off x="6295859" y="38201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2C4D7E"/>
                </a:solidFill>
                <a:latin typeface="Raleway" pitchFamily="2" charset="0"/>
              </a:rPr>
              <a:t>TRANSFERT</a:t>
            </a:r>
          </a:p>
        </p:txBody>
      </p: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B505BD71-DF69-44E8-8E29-A3F5FD4A9A75}"/>
              </a:ext>
            </a:extLst>
          </p:cNvPr>
          <p:cNvGrpSpPr/>
          <p:nvPr/>
        </p:nvGrpSpPr>
        <p:grpSpPr>
          <a:xfrm>
            <a:off x="927094" y="2822950"/>
            <a:ext cx="959691" cy="959691"/>
            <a:chOff x="7200192" y="514660"/>
            <a:chExt cx="959691" cy="959691"/>
          </a:xfrm>
        </p:grpSpPr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B3CEE677-2624-4D7F-8A9B-F1FFDB244690}"/>
                </a:ext>
              </a:extLst>
            </p:cNvPr>
            <p:cNvSpPr/>
            <p:nvPr/>
          </p:nvSpPr>
          <p:spPr>
            <a:xfrm>
              <a:off x="7200192" y="514660"/>
              <a:ext cx="959691" cy="95969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2" name="Google Shape;6287;p63">
              <a:extLst>
                <a:ext uri="{FF2B5EF4-FFF2-40B4-BE49-F238E27FC236}">
                  <a16:creationId xmlns:a16="http://schemas.microsoft.com/office/drawing/2014/main" id="{4C6F1364-B7C3-4180-878D-FFB7ACBC1C47}"/>
                </a:ext>
              </a:extLst>
            </p:cNvPr>
            <p:cNvGrpSpPr/>
            <p:nvPr/>
          </p:nvGrpSpPr>
          <p:grpSpPr>
            <a:xfrm>
              <a:off x="7426281" y="725395"/>
              <a:ext cx="507512" cy="538220"/>
              <a:chOff x="-40160700" y="2339625"/>
              <a:chExt cx="290650" cy="316650"/>
            </a:xfrm>
            <a:solidFill>
              <a:schemeClr val="bg1"/>
            </a:solidFill>
          </p:grpSpPr>
          <p:sp>
            <p:nvSpPr>
              <p:cNvPr id="163" name="Google Shape;6288;p63">
                <a:extLst>
                  <a:ext uri="{FF2B5EF4-FFF2-40B4-BE49-F238E27FC236}">
                    <a16:creationId xmlns:a16="http://schemas.microsoft.com/office/drawing/2014/main" id="{756BC55C-56D0-4DDF-8D78-89F51803DCAA}"/>
                  </a:ext>
                </a:extLst>
              </p:cNvPr>
              <p:cNvSpPr/>
              <p:nvPr/>
            </p:nvSpPr>
            <p:spPr>
              <a:xfrm>
                <a:off x="-40005525" y="2552600"/>
                <a:ext cx="70900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487" extrusionOk="0">
                    <a:moveTo>
                      <a:pt x="1408" y="807"/>
                    </a:moveTo>
                    <a:cubicBezTo>
                      <a:pt x="1461" y="807"/>
                      <a:pt x="1518" y="817"/>
                      <a:pt x="1575" y="839"/>
                    </a:cubicBezTo>
                    <a:cubicBezTo>
                      <a:pt x="1733" y="902"/>
                      <a:pt x="1796" y="1028"/>
                      <a:pt x="1796" y="1248"/>
                    </a:cubicBezTo>
                    <a:cubicBezTo>
                      <a:pt x="1845" y="1496"/>
                      <a:pt x="1661" y="1666"/>
                      <a:pt x="1442" y="1666"/>
                    </a:cubicBezTo>
                    <a:cubicBezTo>
                      <a:pt x="1383" y="1666"/>
                      <a:pt x="1321" y="1653"/>
                      <a:pt x="1260" y="1626"/>
                    </a:cubicBezTo>
                    <a:cubicBezTo>
                      <a:pt x="1071" y="1563"/>
                      <a:pt x="945" y="1311"/>
                      <a:pt x="1008" y="1091"/>
                    </a:cubicBezTo>
                    <a:cubicBezTo>
                      <a:pt x="1081" y="921"/>
                      <a:pt x="1229" y="807"/>
                      <a:pt x="1408" y="807"/>
                    </a:cubicBezTo>
                    <a:close/>
                    <a:moveTo>
                      <a:pt x="1438" y="1"/>
                    </a:moveTo>
                    <a:cubicBezTo>
                      <a:pt x="1040" y="1"/>
                      <a:pt x="635" y="188"/>
                      <a:pt x="378" y="523"/>
                    </a:cubicBezTo>
                    <a:cubicBezTo>
                      <a:pt x="0" y="1091"/>
                      <a:pt x="158" y="1878"/>
                      <a:pt x="693" y="2256"/>
                    </a:cubicBezTo>
                    <a:cubicBezTo>
                      <a:pt x="909" y="2412"/>
                      <a:pt x="1158" y="2486"/>
                      <a:pt x="1405" y="2486"/>
                    </a:cubicBezTo>
                    <a:cubicBezTo>
                      <a:pt x="1806" y="2486"/>
                      <a:pt x="2204" y="2292"/>
                      <a:pt x="2457" y="1941"/>
                    </a:cubicBezTo>
                    <a:cubicBezTo>
                      <a:pt x="2836" y="1406"/>
                      <a:pt x="2678" y="618"/>
                      <a:pt x="2111" y="208"/>
                    </a:cubicBezTo>
                    <a:cubicBezTo>
                      <a:pt x="1911" y="67"/>
                      <a:pt x="1676" y="1"/>
                      <a:pt x="143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6289;p63">
                <a:extLst>
                  <a:ext uri="{FF2B5EF4-FFF2-40B4-BE49-F238E27FC236}">
                    <a16:creationId xmlns:a16="http://schemas.microsoft.com/office/drawing/2014/main" id="{47DBDEBC-751E-4702-AC71-88C845D8BA56}"/>
                  </a:ext>
                </a:extLst>
              </p:cNvPr>
              <p:cNvSpPr/>
              <p:nvPr/>
            </p:nvSpPr>
            <p:spPr>
              <a:xfrm>
                <a:off x="-40039400" y="2605050"/>
                <a:ext cx="291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820" extrusionOk="0">
                    <a:moveTo>
                      <a:pt x="725" y="1"/>
                    </a:moveTo>
                    <a:cubicBezTo>
                      <a:pt x="473" y="1"/>
                      <a:pt x="0" y="190"/>
                      <a:pt x="0" y="410"/>
                    </a:cubicBezTo>
                    <a:cubicBezTo>
                      <a:pt x="0" y="631"/>
                      <a:pt x="473" y="820"/>
                      <a:pt x="725" y="820"/>
                    </a:cubicBezTo>
                    <a:cubicBezTo>
                      <a:pt x="945" y="820"/>
                      <a:pt x="1166" y="631"/>
                      <a:pt x="1166" y="410"/>
                    </a:cubicBezTo>
                    <a:cubicBezTo>
                      <a:pt x="1103" y="158"/>
                      <a:pt x="914" y="1"/>
                      <a:pt x="72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" name="Google Shape;6290;p63">
                <a:extLst>
                  <a:ext uri="{FF2B5EF4-FFF2-40B4-BE49-F238E27FC236}">
                    <a16:creationId xmlns:a16="http://schemas.microsoft.com/office/drawing/2014/main" id="{21EB9AED-E4AE-4D2A-B739-9CE44407BE1E}"/>
                  </a:ext>
                </a:extLst>
              </p:cNvPr>
              <p:cNvSpPr/>
              <p:nvPr/>
            </p:nvSpPr>
            <p:spPr>
              <a:xfrm>
                <a:off x="-40079575" y="2584575"/>
                <a:ext cx="19725" cy="19725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410" y="1"/>
                    </a:moveTo>
                    <a:cubicBezTo>
                      <a:pt x="190" y="1"/>
                      <a:pt x="1" y="158"/>
                      <a:pt x="1" y="379"/>
                    </a:cubicBezTo>
                    <a:cubicBezTo>
                      <a:pt x="1" y="599"/>
                      <a:pt x="190" y="788"/>
                      <a:pt x="410" y="788"/>
                    </a:cubicBezTo>
                    <a:cubicBezTo>
                      <a:pt x="631" y="788"/>
                      <a:pt x="788" y="599"/>
                      <a:pt x="788" y="379"/>
                    </a:cubicBezTo>
                    <a:cubicBezTo>
                      <a:pt x="788" y="158"/>
                      <a:pt x="631" y="1"/>
                      <a:pt x="41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6" name="Google Shape;6291;p63">
                <a:extLst>
                  <a:ext uri="{FF2B5EF4-FFF2-40B4-BE49-F238E27FC236}">
                    <a16:creationId xmlns:a16="http://schemas.microsoft.com/office/drawing/2014/main" id="{D9572AF1-9EF6-465A-846B-9E125F0ABD9A}"/>
                  </a:ext>
                </a:extLst>
              </p:cNvPr>
              <p:cNvSpPr/>
              <p:nvPr/>
            </p:nvSpPr>
            <p:spPr>
              <a:xfrm>
                <a:off x="-40160700" y="2339625"/>
                <a:ext cx="290650" cy="316650"/>
              </a:xfrm>
              <a:custGeom>
                <a:avLst/>
                <a:gdLst/>
                <a:ahLst/>
                <a:cxnLst/>
                <a:rect l="l" t="t" r="r" b="b"/>
                <a:pathLst>
                  <a:path w="11626" h="12666" extrusionOk="0">
                    <a:moveTo>
                      <a:pt x="7656" y="820"/>
                    </a:moveTo>
                    <a:cubicBezTo>
                      <a:pt x="7845" y="820"/>
                      <a:pt x="8003" y="946"/>
                      <a:pt x="8066" y="1072"/>
                    </a:cubicBezTo>
                    <a:cubicBezTo>
                      <a:pt x="8129" y="1355"/>
                      <a:pt x="7940" y="1639"/>
                      <a:pt x="7656" y="1639"/>
                    </a:cubicBezTo>
                    <a:lnTo>
                      <a:pt x="4065" y="1639"/>
                    </a:lnTo>
                    <a:cubicBezTo>
                      <a:pt x="3876" y="1639"/>
                      <a:pt x="3687" y="1450"/>
                      <a:pt x="3687" y="1261"/>
                    </a:cubicBezTo>
                    <a:cubicBezTo>
                      <a:pt x="3687" y="1009"/>
                      <a:pt x="3876" y="851"/>
                      <a:pt x="4065" y="820"/>
                    </a:cubicBezTo>
                    <a:close/>
                    <a:moveTo>
                      <a:pt x="7310" y="2458"/>
                    </a:moveTo>
                    <a:lnTo>
                      <a:pt x="7310" y="5860"/>
                    </a:lnTo>
                    <a:cubicBezTo>
                      <a:pt x="7310" y="6270"/>
                      <a:pt x="7467" y="6711"/>
                      <a:pt x="7656" y="7026"/>
                    </a:cubicBezTo>
                    <a:cubicBezTo>
                      <a:pt x="7026" y="7152"/>
                      <a:pt x="6396" y="7404"/>
                      <a:pt x="5797" y="7782"/>
                    </a:cubicBezTo>
                    <a:cubicBezTo>
                      <a:pt x="5146" y="8207"/>
                      <a:pt x="4241" y="8453"/>
                      <a:pt x="3401" y="8453"/>
                    </a:cubicBezTo>
                    <a:cubicBezTo>
                      <a:pt x="3306" y="8453"/>
                      <a:pt x="3212" y="8450"/>
                      <a:pt x="3120" y="8444"/>
                    </a:cubicBezTo>
                    <a:lnTo>
                      <a:pt x="4128" y="7026"/>
                    </a:lnTo>
                    <a:cubicBezTo>
                      <a:pt x="4380" y="6680"/>
                      <a:pt x="4537" y="6239"/>
                      <a:pt x="4537" y="5829"/>
                    </a:cubicBezTo>
                    <a:lnTo>
                      <a:pt x="4537" y="2458"/>
                    </a:lnTo>
                    <a:close/>
                    <a:moveTo>
                      <a:pt x="8192" y="7782"/>
                    </a:moveTo>
                    <a:cubicBezTo>
                      <a:pt x="10775" y="11500"/>
                      <a:pt x="10586" y="11216"/>
                      <a:pt x="10618" y="11279"/>
                    </a:cubicBezTo>
                    <a:cubicBezTo>
                      <a:pt x="10681" y="11563"/>
                      <a:pt x="10523" y="11846"/>
                      <a:pt x="10208" y="11846"/>
                    </a:cubicBezTo>
                    <a:lnTo>
                      <a:pt x="1576" y="11846"/>
                    </a:lnTo>
                    <a:cubicBezTo>
                      <a:pt x="1198" y="11846"/>
                      <a:pt x="1040" y="11437"/>
                      <a:pt x="1198" y="11216"/>
                    </a:cubicBezTo>
                    <a:lnTo>
                      <a:pt x="2584" y="9232"/>
                    </a:lnTo>
                    <a:cubicBezTo>
                      <a:pt x="2825" y="9263"/>
                      <a:pt x="3077" y="9280"/>
                      <a:pt x="3333" y="9280"/>
                    </a:cubicBezTo>
                    <a:cubicBezTo>
                      <a:pt x="4347" y="9280"/>
                      <a:pt x="5434" y="9022"/>
                      <a:pt x="6239" y="8444"/>
                    </a:cubicBezTo>
                    <a:cubicBezTo>
                      <a:pt x="6837" y="8066"/>
                      <a:pt x="7499" y="7814"/>
                      <a:pt x="8192" y="7782"/>
                    </a:cubicBezTo>
                    <a:close/>
                    <a:moveTo>
                      <a:pt x="4128" y="1"/>
                    </a:moveTo>
                    <a:cubicBezTo>
                      <a:pt x="3435" y="1"/>
                      <a:pt x="2899" y="536"/>
                      <a:pt x="2899" y="1261"/>
                    </a:cubicBezTo>
                    <a:cubicBezTo>
                      <a:pt x="2899" y="1765"/>
                      <a:pt x="3214" y="2237"/>
                      <a:pt x="3718" y="2426"/>
                    </a:cubicBezTo>
                    <a:lnTo>
                      <a:pt x="3718" y="5860"/>
                    </a:lnTo>
                    <a:cubicBezTo>
                      <a:pt x="3718" y="6081"/>
                      <a:pt x="3655" y="6365"/>
                      <a:pt x="3498" y="6554"/>
                    </a:cubicBezTo>
                    <a:lnTo>
                      <a:pt x="568" y="10744"/>
                    </a:lnTo>
                    <a:cubicBezTo>
                      <a:pt x="1" y="11563"/>
                      <a:pt x="568" y="12666"/>
                      <a:pt x="1607" y="12666"/>
                    </a:cubicBezTo>
                    <a:lnTo>
                      <a:pt x="10271" y="12666"/>
                    </a:lnTo>
                    <a:cubicBezTo>
                      <a:pt x="10555" y="12666"/>
                      <a:pt x="10870" y="12540"/>
                      <a:pt x="11090" y="12350"/>
                    </a:cubicBezTo>
                    <a:cubicBezTo>
                      <a:pt x="11531" y="11972"/>
                      <a:pt x="11626" y="11248"/>
                      <a:pt x="11248" y="10744"/>
                    </a:cubicBezTo>
                    <a:lnTo>
                      <a:pt x="8318" y="6554"/>
                    </a:lnTo>
                    <a:cubicBezTo>
                      <a:pt x="8160" y="6365"/>
                      <a:pt x="8097" y="6081"/>
                      <a:pt x="8097" y="5860"/>
                    </a:cubicBezTo>
                    <a:lnTo>
                      <a:pt x="8097" y="2426"/>
                    </a:lnTo>
                    <a:cubicBezTo>
                      <a:pt x="8570" y="2269"/>
                      <a:pt x="8916" y="1796"/>
                      <a:pt x="8916" y="1261"/>
                    </a:cubicBezTo>
                    <a:cubicBezTo>
                      <a:pt x="8916" y="568"/>
                      <a:pt x="8381" y="1"/>
                      <a:pt x="76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67" name="ZoneTexte 166">
            <a:extLst>
              <a:ext uri="{FF2B5EF4-FFF2-40B4-BE49-F238E27FC236}">
                <a16:creationId xmlns:a16="http://schemas.microsoft.com/office/drawing/2014/main" id="{00CE2771-D73B-4917-94AF-530F4940793E}"/>
              </a:ext>
            </a:extLst>
          </p:cNvPr>
          <p:cNvSpPr txBox="1"/>
          <p:nvPr/>
        </p:nvSpPr>
        <p:spPr>
          <a:xfrm>
            <a:off x="451961" y="3820115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70C0"/>
                </a:solidFill>
                <a:latin typeface="Raleway" pitchFamily="2" charset="0"/>
              </a:rPr>
              <a:t>EXPÉRIMENTATION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33315B58-960E-4D83-A8B7-337683A323D0}"/>
              </a:ext>
            </a:extLst>
          </p:cNvPr>
          <p:cNvGrpSpPr/>
          <p:nvPr/>
        </p:nvGrpSpPr>
        <p:grpSpPr>
          <a:xfrm>
            <a:off x="2805989" y="2846120"/>
            <a:ext cx="959691" cy="959691"/>
            <a:chOff x="2707610" y="2825299"/>
            <a:chExt cx="959691" cy="959691"/>
          </a:xfrm>
        </p:grpSpPr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61449F36-7C70-42F2-B52E-3F50398C712B}"/>
                </a:ext>
              </a:extLst>
            </p:cNvPr>
            <p:cNvSpPr/>
            <p:nvPr/>
          </p:nvSpPr>
          <p:spPr>
            <a:xfrm>
              <a:off x="2707610" y="2825299"/>
              <a:ext cx="959691" cy="95969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8" name="Google Shape;6529;p64">
              <a:extLst>
                <a:ext uri="{FF2B5EF4-FFF2-40B4-BE49-F238E27FC236}">
                  <a16:creationId xmlns:a16="http://schemas.microsoft.com/office/drawing/2014/main" id="{BF82FBA0-BBDD-4055-80A9-523D63DF4900}"/>
                </a:ext>
              </a:extLst>
            </p:cNvPr>
            <p:cNvGrpSpPr/>
            <p:nvPr/>
          </p:nvGrpSpPr>
          <p:grpSpPr>
            <a:xfrm>
              <a:off x="2935685" y="3062264"/>
              <a:ext cx="503540" cy="485760"/>
              <a:chOff x="-32243500" y="2299850"/>
              <a:chExt cx="300900" cy="290275"/>
            </a:xfrm>
            <a:solidFill>
              <a:schemeClr val="bg1"/>
            </a:solidFill>
          </p:grpSpPr>
          <p:sp>
            <p:nvSpPr>
              <p:cNvPr id="169" name="Google Shape;6530;p64">
                <a:extLst>
                  <a:ext uri="{FF2B5EF4-FFF2-40B4-BE49-F238E27FC236}">
                    <a16:creationId xmlns:a16="http://schemas.microsoft.com/office/drawing/2014/main" id="{86B6954F-9B52-4D0B-83E7-EA7D805F9D0D}"/>
                  </a:ext>
                </a:extLst>
              </p:cNvPr>
              <p:cNvSpPr/>
              <p:nvPr/>
            </p:nvSpPr>
            <p:spPr>
              <a:xfrm>
                <a:off x="-32243500" y="2299850"/>
                <a:ext cx="3009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1611" extrusionOk="0">
                    <a:moveTo>
                      <a:pt x="7955" y="654"/>
                    </a:moveTo>
                    <a:cubicBezTo>
                      <a:pt x="8743" y="654"/>
                      <a:pt x="9531" y="946"/>
                      <a:pt x="10114" y="1529"/>
                    </a:cubicBezTo>
                    <a:cubicBezTo>
                      <a:pt x="11311" y="2726"/>
                      <a:pt x="11311" y="4679"/>
                      <a:pt x="10114" y="5876"/>
                    </a:cubicBezTo>
                    <a:cubicBezTo>
                      <a:pt x="9540" y="6450"/>
                      <a:pt x="8752" y="6766"/>
                      <a:pt x="7951" y="6766"/>
                    </a:cubicBezTo>
                    <a:cubicBezTo>
                      <a:pt x="7565" y="6766"/>
                      <a:pt x="7175" y="6692"/>
                      <a:pt x="6806" y="6538"/>
                    </a:cubicBezTo>
                    <a:cubicBezTo>
                      <a:pt x="6759" y="6526"/>
                      <a:pt x="6709" y="6519"/>
                      <a:pt x="6661" y="6519"/>
                    </a:cubicBezTo>
                    <a:cubicBezTo>
                      <a:pt x="6577" y="6519"/>
                      <a:pt x="6499" y="6541"/>
                      <a:pt x="6459" y="6601"/>
                    </a:cubicBezTo>
                    <a:lnTo>
                      <a:pt x="5545" y="7514"/>
                    </a:lnTo>
                    <a:lnTo>
                      <a:pt x="4726" y="7514"/>
                    </a:lnTo>
                    <a:cubicBezTo>
                      <a:pt x="4537" y="7514"/>
                      <a:pt x="4380" y="7672"/>
                      <a:pt x="4380" y="7861"/>
                    </a:cubicBezTo>
                    <a:lnTo>
                      <a:pt x="4380" y="8460"/>
                    </a:lnTo>
                    <a:lnTo>
                      <a:pt x="3907" y="8428"/>
                    </a:lnTo>
                    <a:cubicBezTo>
                      <a:pt x="3813" y="8428"/>
                      <a:pt x="3687" y="8428"/>
                      <a:pt x="3655" y="8491"/>
                    </a:cubicBezTo>
                    <a:cubicBezTo>
                      <a:pt x="3592" y="8554"/>
                      <a:pt x="3529" y="8649"/>
                      <a:pt x="3529" y="8743"/>
                    </a:cubicBezTo>
                    <a:lnTo>
                      <a:pt x="3466" y="9531"/>
                    </a:lnTo>
                    <a:lnTo>
                      <a:pt x="2678" y="9594"/>
                    </a:lnTo>
                    <a:cubicBezTo>
                      <a:pt x="2584" y="9594"/>
                      <a:pt x="2521" y="9657"/>
                      <a:pt x="2426" y="9720"/>
                    </a:cubicBezTo>
                    <a:cubicBezTo>
                      <a:pt x="2395" y="9814"/>
                      <a:pt x="2363" y="9877"/>
                      <a:pt x="2363" y="9972"/>
                    </a:cubicBezTo>
                    <a:lnTo>
                      <a:pt x="2426" y="10665"/>
                    </a:lnTo>
                    <a:lnTo>
                      <a:pt x="2174" y="10949"/>
                    </a:lnTo>
                    <a:lnTo>
                      <a:pt x="694" y="10949"/>
                    </a:lnTo>
                    <a:lnTo>
                      <a:pt x="694" y="9499"/>
                    </a:lnTo>
                    <a:lnTo>
                      <a:pt x="757" y="9499"/>
                    </a:lnTo>
                    <a:lnTo>
                      <a:pt x="5041" y="5215"/>
                    </a:lnTo>
                    <a:cubicBezTo>
                      <a:pt x="5104" y="5120"/>
                      <a:pt x="5167" y="4963"/>
                      <a:pt x="5104" y="4837"/>
                    </a:cubicBezTo>
                    <a:cubicBezTo>
                      <a:pt x="4695" y="3702"/>
                      <a:pt x="4947" y="2411"/>
                      <a:pt x="5797" y="1529"/>
                    </a:cubicBezTo>
                    <a:cubicBezTo>
                      <a:pt x="6380" y="946"/>
                      <a:pt x="7168" y="654"/>
                      <a:pt x="7955" y="654"/>
                    </a:cubicBezTo>
                    <a:close/>
                    <a:moveTo>
                      <a:pt x="7936" y="1"/>
                    </a:moveTo>
                    <a:cubicBezTo>
                      <a:pt x="6971" y="1"/>
                      <a:pt x="6002" y="363"/>
                      <a:pt x="5262" y="1088"/>
                    </a:cubicBezTo>
                    <a:cubicBezTo>
                      <a:pt x="4285" y="2096"/>
                      <a:pt x="3939" y="3576"/>
                      <a:pt x="4380" y="4931"/>
                    </a:cubicBezTo>
                    <a:lnTo>
                      <a:pt x="126" y="9184"/>
                    </a:lnTo>
                    <a:cubicBezTo>
                      <a:pt x="32" y="9247"/>
                      <a:pt x="0" y="9342"/>
                      <a:pt x="0" y="9405"/>
                    </a:cubicBezTo>
                    <a:lnTo>
                      <a:pt x="0" y="11358"/>
                    </a:lnTo>
                    <a:cubicBezTo>
                      <a:pt x="32" y="11453"/>
                      <a:pt x="189" y="11610"/>
                      <a:pt x="379" y="11610"/>
                    </a:cubicBezTo>
                    <a:lnTo>
                      <a:pt x="2332" y="11610"/>
                    </a:lnTo>
                    <a:cubicBezTo>
                      <a:pt x="2395" y="11610"/>
                      <a:pt x="2521" y="11579"/>
                      <a:pt x="2552" y="11516"/>
                    </a:cubicBezTo>
                    <a:lnTo>
                      <a:pt x="3025" y="11043"/>
                    </a:lnTo>
                    <a:cubicBezTo>
                      <a:pt x="3119" y="10949"/>
                      <a:pt x="3151" y="10823"/>
                      <a:pt x="3119" y="10759"/>
                    </a:cubicBezTo>
                    <a:lnTo>
                      <a:pt x="3025" y="10255"/>
                    </a:lnTo>
                    <a:lnTo>
                      <a:pt x="3750" y="10161"/>
                    </a:lnTo>
                    <a:cubicBezTo>
                      <a:pt x="3907" y="10161"/>
                      <a:pt x="4002" y="10003"/>
                      <a:pt x="4065" y="9846"/>
                    </a:cubicBezTo>
                    <a:lnTo>
                      <a:pt x="4128" y="9153"/>
                    </a:lnTo>
                    <a:lnTo>
                      <a:pt x="4663" y="9216"/>
                    </a:lnTo>
                    <a:cubicBezTo>
                      <a:pt x="4726" y="9216"/>
                      <a:pt x="4852" y="9216"/>
                      <a:pt x="4915" y="9153"/>
                    </a:cubicBezTo>
                    <a:cubicBezTo>
                      <a:pt x="5010" y="9058"/>
                      <a:pt x="5041" y="8995"/>
                      <a:pt x="5041" y="8901"/>
                    </a:cubicBezTo>
                    <a:lnTo>
                      <a:pt x="5041" y="8271"/>
                    </a:lnTo>
                    <a:lnTo>
                      <a:pt x="5671" y="8271"/>
                    </a:lnTo>
                    <a:cubicBezTo>
                      <a:pt x="5734" y="8271"/>
                      <a:pt x="5829" y="8239"/>
                      <a:pt x="5892" y="8145"/>
                    </a:cubicBezTo>
                    <a:lnTo>
                      <a:pt x="6774" y="7325"/>
                    </a:lnTo>
                    <a:cubicBezTo>
                      <a:pt x="7153" y="7452"/>
                      <a:pt x="7548" y="7514"/>
                      <a:pt x="7941" y="7514"/>
                    </a:cubicBezTo>
                    <a:cubicBezTo>
                      <a:pt x="8920" y="7514"/>
                      <a:pt x="9889" y="7131"/>
                      <a:pt x="10586" y="6412"/>
                    </a:cubicBezTo>
                    <a:cubicBezTo>
                      <a:pt x="12035" y="4963"/>
                      <a:pt x="12035" y="2568"/>
                      <a:pt x="10586" y="1088"/>
                    </a:cubicBezTo>
                    <a:cubicBezTo>
                      <a:pt x="9862" y="363"/>
                      <a:pt x="8901" y="1"/>
                      <a:pt x="793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" name="Google Shape;6531;p64">
                <a:extLst>
                  <a:ext uri="{FF2B5EF4-FFF2-40B4-BE49-F238E27FC236}">
                    <a16:creationId xmlns:a16="http://schemas.microsoft.com/office/drawing/2014/main" id="{1B34206D-05FC-40A9-9325-C731A923C4B7}"/>
                  </a:ext>
                </a:extLst>
              </p:cNvPr>
              <p:cNvSpPr/>
              <p:nvPr/>
            </p:nvSpPr>
            <p:spPr>
              <a:xfrm>
                <a:off x="-32048175" y="2342775"/>
                <a:ext cx="55950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041" extrusionOk="0">
                    <a:moveTo>
                      <a:pt x="1119" y="662"/>
                    </a:moveTo>
                    <a:cubicBezTo>
                      <a:pt x="1206" y="662"/>
                      <a:pt x="1292" y="694"/>
                      <a:pt x="1355" y="757"/>
                    </a:cubicBezTo>
                    <a:cubicBezTo>
                      <a:pt x="1481" y="883"/>
                      <a:pt x="1481" y="1135"/>
                      <a:pt x="1355" y="1229"/>
                    </a:cubicBezTo>
                    <a:cubicBezTo>
                      <a:pt x="1292" y="1292"/>
                      <a:pt x="1206" y="1324"/>
                      <a:pt x="1119" y="1324"/>
                    </a:cubicBezTo>
                    <a:cubicBezTo>
                      <a:pt x="1032" y="1324"/>
                      <a:pt x="946" y="1292"/>
                      <a:pt x="883" y="1229"/>
                    </a:cubicBezTo>
                    <a:cubicBezTo>
                      <a:pt x="725" y="1135"/>
                      <a:pt x="725" y="914"/>
                      <a:pt x="883" y="757"/>
                    </a:cubicBezTo>
                    <a:cubicBezTo>
                      <a:pt x="946" y="694"/>
                      <a:pt x="1032" y="662"/>
                      <a:pt x="1119" y="662"/>
                    </a:cubicBezTo>
                    <a:close/>
                    <a:moveTo>
                      <a:pt x="1115" y="1"/>
                    </a:moveTo>
                    <a:cubicBezTo>
                      <a:pt x="851" y="1"/>
                      <a:pt x="584" y="95"/>
                      <a:pt x="379" y="284"/>
                    </a:cubicBezTo>
                    <a:cubicBezTo>
                      <a:pt x="1" y="694"/>
                      <a:pt x="1" y="1355"/>
                      <a:pt x="379" y="1733"/>
                    </a:cubicBezTo>
                    <a:cubicBezTo>
                      <a:pt x="599" y="1938"/>
                      <a:pt x="867" y="2041"/>
                      <a:pt x="1127" y="2041"/>
                    </a:cubicBezTo>
                    <a:cubicBezTo>
                      <a:pt x="1387" y="2041"/>
                      <a:pt x="1639" y="1938"/>
                      <a:pt x="1828" y="1733"/>
                    </a:cubicBezTo>
                    <a:cubicBezTo>
                      <a:pt x="2238" y="1355"/>
                      <a:pt x="2238" y="694"/>
                      <a:pt x="1828" y="284"/>
                    </a:cubicBezTo>
                    <a:cubicBezTo>
                      <a:pt x="1639" y="95"/>
                      <a:pt x="1379" y="1"/>
                      <a:pt x="11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78" name="Flèche : bas 177">
            <a:extLst>
              <a:ext uri="{FF2B5EF4-FFF2-40B4-BE49-F238E27FC236}">
                <a16:creationId xmlns:a16="http://schemas.microsoft.com/office/drawing/2014/main" id="{3382BC1E-021E-4729-8705-EA0BD819CD80}"/>
              </a:ext>
            </a:extLst>
          </p:cNvPr>
          <p:cNvSpPr/>
          <p:nvPr/>
        </p:nvSpPr>
        <p:spPr>
          <a:xfrm rot="16200000">
            <a:off x="1900365" y="3116452"/>
            <a:ext cx="313316" cy="419026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68110212-A85E-48FA-998A-DF7761CF35D0}"/>
              </a:ext>
            </a:extLst>
          </p:cNvPr>
          <p:cNvSpPr txBox="1"/>
          <p:nvPr/>
        </p:nvSpPr>
        <p:spPr>
          <a:xfrm>
            <a:off x="2330855" y="3830376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B0F0"/>
                </a:solidFill>
                <a:latin typeface="Raleway" pitchFamily="2" charset="0"/>
              </a:rPr>
              <a:t>DÉCOUVERTE</a:t>
            </a:r>
          </a:p>
        </p:txBody>
      </p:sp>
      <p:sp>
        <p:nvSpPr>
          <p:cNvPr id="180" name="Flèche : bas 179">
            <a:extLst>
              <a:ext uri="{FF2B5EF4-FFF2-40B4-BE49-F238E27FC236}">
                <a16:creationId xmlns:a16="http://schemas.microsoft.com/office/drawing/2014/main" id="{FC48DD8F-1976-4834-A576-946A3D2C53E5}"/>
              </a:ext>
            </a:extLst>
          </p:cNvPr>
          <p:cNvSpPr/>
          <p:nvPr/>
        </p:nvSpPr>
        <p:spPr>
          <a:xfrm rot="16200000">
            <a:off x="3789055" y="3116453"/>
            <a:ext cx="313316" cy="41902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bas 180">
            <a:extLst>
              <a:ext uri="{FF2B5EF4-FFF2-40B4-BE49-F238E27FC236}">
                <a16:creationId xmlns:a16="http://schemas.microsoft.com/office/drawing/2014/main" id="{B6BFC2E6-430F-4E03-BEC1-8BC92C8F1825}"/>
              </a:ext>
            </a:extLst>
          </p:cNvPr>
          <p:cNvSpPr/>
          <p:nvPr/>
        </p:nvSpPr>
        <p:spPr>
          <a:xfrm rot="16200000">
            <a:off x="5647138" y="3116453"/>
            <a:ext cx="313316" cy="419026"/>
          </a:xfrm>
          <a:prstGeom prst="downArrow">
            <a:avLst/>
          </a:prstGeom>
          <a:solidFill>
            <a:srgbClr val="346A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60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572357B0-EE66-40DD-A335-D06E022D9582}"/>
              </a:ext>
            </a:extLst>
          </p:cNvPr>
          <p:cNvGrpSpPr/>
          <p:nvPr/>
        </p:nvGrpSpPr>
        <p:grpSpPr>
          <a:xfrm>
            <a:off x="5852360" y="4686406"/>
            <a:ext cx="959691" cy="959691"/>
            <a:chOff x="2440340" y="2618079"/>
            <a:chExt cx="959691" cy="959691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ED64AADA-60B3-404E-9C0C-6CB2E35E8995}"/>
                </a:ext>
              </a:extLst>
            </p:cNvPr>
            <p:cNvSpPr/>
            <p:nvPr/>
          </p:nvSpPr>
          <p:spPr>
            <a:xfrm>
              <a:off x="2440340" y="2618079"/>
              <a:ext cx="959691" cy="959691"/>
            </a:xfrm>
            <a:prstGeom prst="ellipse">
              <a:avLst/>
            </a:prstGeom>
            <a:solidFill>
              <a:srgbClr val="B020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0" name="Google Shape;4442;p59">
              <a:extLst>
                <a:ext uri="{FF2B5EF4-FFF2-40B4-BE49-F238E27FC236}">
                  <a16:creationId xmlns:a16="http://schemas.microsoft.com/office/drawing/2014/main" id="{003B2EF0-2FB4-4A7D-B744-75F9A4ACFECB}"/>
                </a:ext>
              </a:extLst>
            </p:cNvPr>
            <p:cNvGrpSpPr/>
            <p:nvPr/>
          </p:nvGrpSpPr>
          <p:grpSpPr>
            <a:xfrm>
              <a:off x="2652067" y="2864629"/>
              <a:ext cx="536237" cy="466590"/>
              <a:chOff x="889275" y="861850"/>
              <a:chExt cx="487950" cy="424575"/>
            </a:xfrm>
            <a:solidFill>
              <a:schemeClr val="bg1"/>
            </a:solidFill>
          </p:grpSpPr>
          <p:sp>
            <p:nvSpPr>
              <p:cNvPr id="51" name="Google Shape;4443;p59">
                <a:extLst>
                  <a:ext uri="{FF2B5EF4-FFF2-40B4-BE49-F238E27FC236}">
                    <a16:creationId xmlns:a16="http://schemas.microsoft.com/office/drawing/2014/main" id="{F28D4749-EE38-4957-B816-6DBBAE1948DA}"/>
                  </a:ext>
                </a:extLst>
              </p:cNvPr>
              <p:cNvSpPr/>
              <p:nvPr/>
            </p:nvSpPr>
            <p:spPr>
              <a:xfrm>
                <a:off x="1319225" y="1031700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1"/>
                    </a:moveTo>
                    <a:cubicBezTo>
                      <a:pt x="255" y="1"/>
                      <a:pt x="1" y="251"/>
                      <a:pt x="1" y="565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5"/>
                    </a:cubicBezTo>
                    <a:cubicBezTo>
                      <a:pt x="2265" y="251"/>
                      <a:pt x="2012" y="1"/>
                      <a:pt x="170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2" name="Google Shape;4444;p59">
                <a:extLst>
                  <a:ext uri="{FF2B5EF4-FFF2-40B4-BE49-F238E27FC236}">
                    <a16:creationId xmlns:a16="http://schemas.microsoft.com/office/drawing/2014/main" id="{E6268E12-D89B-4BA4-BE99-C527DEBDF370}"/>
                  </a:ext>
                </a:extLst>
              </p:cNvPr>
              <p:cNvSpPr/>
              <p:nvPr/>
            </p:nvSpPr>
            <p:spPr>
              <a:xfrm>
                <a:off x="1314475" y="946725"/>
                <a:ext cx="62750" cy="56700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268" extrusionOk="0">
                    <a:moveTo>
                      <a:pt x="1889" y="0"/>
                    </a:moveTo>
                    <a:cubicBezTo>
                      <a:pt x="1744" y="0"/>
                      <a:pt x="1599" y="55"/>
                      <a:pt x="1489" y="166"/>
                    </a:cubicBezTo>
                    <a:lnTo>
                      <a:pt x="357" y="1298"/>
                    </a:lnTo>
                    <a:cubicBezTo>
                      <a:pt x="1" y="1657"/>
                      <a:pt x="251" y="2267"/>
                      <a:pt x="759" y="2267"/>
                    </a:cubicBezTo>
                    <a:cubicBezTo>
                      <a:pt x="906" y="2267"/>
                      <a:pt x="1051" y="2207"/>
                      <a:pt x="1157" y="2101"/>
                    </a:cubicBezTo>
                    <a:lnTo>
                      <a:pt x="2289" y="969"/>
                    </a:lnTo>
                    <a:cubicBezTo>
                      <a:pt x="2510" y="745"/>
                      <a:pt x="2510" y="389"/>
                      <a:pt x="2289" y="166"/>
                    </a:cubicBezTo>
                    <a:cubicBezTo>
                      <a:pt x="2179" y="55"/>
                      <a:pt x="2034" y="0"/>
                      <a:pt x="188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3" name="Google Shape;4445;p59">
                <a:extLst>
                  <a:ext uri="{FF2B5EF4-FFF2-40B4-BE49-F238E27FC236}">
                    <a16:creationId xmlns:a16="http://schemas.microsoft.com/office/drawing/2014/main" id="{155A8DEA-EFA7-4AF3-BC17-6325273247DA}"/>
                  </a:ext>
                </a:extLst>
              </p:cNvPr>
              <p:cNvSpPr/>
              <p:nvPr/>
            </p:nvSpPr>
            <p:spPr>
              <a:xfrm>
                <a:off x="1317875" y="1088250"/>
                <a:ext cx="59350" cy="56675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2267" extrusionOk="0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1" y="390"/>
                      <a:pt x="1" y="746"/>
                      <a:pt x="221" y="969"/>
                    </a:cubicBezTo>
                    <a:lnTo>
                      <a:pt x="1353" y="2102"/>
                    </a:lnTo>
                    <a:cubicBezTo>
                      <a:pt x="1463" y="2212"/>
                      <a:pt x="1608" y="2267"/>
                      <a:pt x="1753" y="2267"/>
                    </a:cubicBezTo>
                    <a:cubicBezTo>
                      <a:pt x="1898" y="2267"/>
                      <a:pt x="2043" y="2212"/>
                      <a:pt x="2153" y="2102"/>
                    </a:cubicBezTo>
                    <a:cubicBezTo>
                      <a:pt x="2374" y="1878"/>
                      <a:pt x="2374" y="1522"/>
                      <a:pt x="2153" y="1298"/>
                    </a:cubicBezTo>
                    <a:lnTo>
                      <a:pt x="1021" y="166"/>
                    </a:ln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4" name="Google Shape;4446;p59">
                <a:extLst>
                  <a:ext uri="{FF2B5EF4-FFF2-40B4-BE49-F238E27FC236}">
                    <a16:creationId xmlns:a16="http://schemas.microsoft.com/office/drawing/2014/main" id="{EFF757FD-1F34-4365-9880-03A77219D64A}"/>
                  </a:ext>
                </a:extLst>
              </p:cNvPr>
              <p:cNvSpPr/>
              <p:nvPr/>
            </p:nvSpPr>
            <p:spPr>
              <a:xfrm>
                <a:off x="889275" y="861850"/>
                <a:ext cx="400700" cy="424575"/>
              </a:xfrm>
              <a:custGeom>
                <a:avLst/>
                <a:gdLst/>
                <a:ahLst/>
                <a:cxnLst/>
                <a:rect l="l" t="t" r="r" b="b"/>
                <a:pathLst>
                  <a:path w="16028" h="16983" extrusionOk="0">
                    <a:moveTo>
                      <a:pt x="4668" y="4530"/>
                    </a:moveTo>
                    <a:lnTo>
                      <a:pt x="4668" y="10191"/>
                    </a:lnTo>
                    <a:lnTo>
                      <a:pt x="4104" y="10191"/>
                    </a:lnTo>
                    <a:cubicBezTo>
                      <a:pt x="2539" y="10191"/>
                      <a:pt x="1271" y="8923"/>
                      <a:pt x="1271" y="7359"/>
                    </a:cubicBezTo>
                    <a:cubicBezTo>
                      <a:pt x="1271" y="5795"/>
                      <a:pt x="2539" y="4530"/>
                      <a:pt x="4104" y="4530"/>
                    </a:cubicBezTo>
                    <a:close/>
                    <a:moveTo>
                      <a:pt x="6972" y="4530"/>
                    </a:moveTo>
                    <a:lnTo>
                      <a:pt x="6972" y="10191"/>
                    </a:lnTo>
                    <a:lnTo>
                      <a:pt x="5800" y="10191"/>
                    </a:lnTo>
                    <a:lnTo>
                      <a:pt x="5800" y="4530"/>
                    </a:lnTo>
                    <a:close/>
                    <a:moveTo>
                      <a:pt x="12633" y="1565"/>
                    </a:moveTo>
                    <a:lnTo>
                      <a:pt x="12633" y="13153"/>
                    </a:lnTo>
                    <a:lnTo>
                      <a:pt x="8104" y="10436"/>
                    </a:lnTo>
                    <a:lnTo>
                      <a:pt x="8104" y="4282"/>
                    </a:lnTo>
                    <a:lnTo>
                      <a:pt x="12633" y="1565"/>
                    </a:lnTo>
                    <a:close/>
                    <a:moveTo>
                      <a:pt x="14330" y="1133"/>
                    </a:moveTo>
                    <a:cubicBezTo>
                      <a:pt x="14644" y="1133"/>
                      <a:pt x="14898" y="1384"/>
                      <a:pt x="14898" y="1698"/>
                    </a:cubicBezTo>
                    <a:lnTo>
                      <a:pt x="14898" y="13021"/>
                    </a:lnTo>
                    <a:cubicBezTo>
                      <a:pt x="14898" y="13335"/>
                      <a:pt x="14644" y="13588"/>
                      <a:pt x="14330" y="13588"/>
                    </a:cubicBezTo>
                    <a:lnTo>
                      <a:pt x="13766" y="13588"/>
                    </a:lnTo>
                    <a:lnTo>
                      <a:pt x="13766" y="1133"/>
                    </a:lnTo>
                    <a:close/>
                    <a:moveTo>
                      <a:pt x="5800" y="11324"/>
                    </a:moveTo>
                    <a:lnTo>
                      <a:pt x="5800" y="15285"/>
                    </a:lnTo>
                    <a:cubicBezTo>
                      <a:pt x="5800" y="15599"/>
                      <a:pt x="5547" y="15850"/>
                      <a:pt x="5236" y="15850"/>
                    </a:cubicBezTo>
                    <a:cubicBezTo>
                      <a:pt x="4922" y="15850"/>
                      <a:pt x="4668" y="15599"/>
                      <a:pt x="4668" y="15285"/>
                    </a:cubicBezTo>
                    <a:lnTo>
                      <a:pt x="4668" y="11324"/>
                    </a:lnTo>
                    <a:close/>
                    <a:moveTo>
                      <a:pt x="13132" y="1"/>
                    </a:moveTo>
                    <a:lnTo>
                      <a:pt x="13098" y="7"/>
                    </a:lnTo>
                    <a:lnTo>
                      <a:pt x="13074" y="10"/>
                    </a:lnTo>
                    <a:cubicBezTo>
                      <a:pt x="13065" y="10"/>
                      <a:pt x="13056" y="16"/>
                      <a:pt x="13047" y="19"/>
                    </a:cubicBezTo>
                    <a:cubicBezTo>
                      <a:pt x="13038" y="22"/>
                      <a:pt x="13029" y="22"/>
                      <a:pt x="13020" y="25"/>
                    </a:cubicBezTo>
                    <a:lnTo>
                      <a:pt x="12996" y="34"/>
                    </a:lnTo>
                    <a:lnTo>
                      <a:pt x="12966" y="46"/>
                    </a:lnTo>
                    <a:lnTo>
                      <a:pt x="12947" y="58"/>
                    </a:lnTo>
                    <a:cubicBezTo>
                      <a:pt x="12935" y="61"/>
                      <a:pt x="12926" y="67"/>
                      <a:pt x="12917" y="73"/>
                    </a:cubicBezTo>
                    <a:lnTo>
                      <a:pt x="12908" y="79"/>
                    </a:lnTo>
                    <a:lnTo>
                      <a:pt x="7380" y="3398"/>
                    </a:lnTo>
                    <a:lnTo>
                      <a:pt x="4104" y="3398"/>
                    </a:lnTo>
                    <a:cubicBezTo>
                      <a:pt x="2023" y="3398"/>
                      <a:pt x="299" y="5001"/>
                      <a:pt x="151" y="7075"/>
                    </a:cubicBezTo>
                    <a:cubicBezTo>
                      <a:pt x="0" y="9150"/>
                      <a:pt x="1480" y="10986"/>
                      <a:pt x="3536" y="11281"/>
                    </a:cubicBezTo>
                    <a:lnTo>
                      <a:pt x="3536" y="15285"/>
                    </a:lnTo>
                    <a:cubicBezTo>
                      <a:pt x="3536" y="16224"/>
                      <a:pt x="4297" y="16982"/>
                      <a:pt x="5236" y="16982"/>
                    </a:cubicBezTo>
                    <a:cubicBezTo>
                      <a:pt x="6172" y="16982"/>
                      <a:pt x="6933" y="16224"/>
                      <a:pt x="6933" y="15285"/>
                    </a:cubicBezTo>
                    <a:lnTo>
                      <a:pt x="6933" y="11324"/>
                    </a:lnTo>
                    <a:lnTo>
                      <a:pt x="7380" y="11324"/>
                    </a:lnTo>
                    <a:lnTo>
                      <a:pt x="12908" y="14639"/>
                    </a:lnTo>
                    <a:cubicBezTo>
                      <a:pt x="12911" y="14642"/>
                      <a:pt x="12914" y="14642"/>
                      <a:pt x="12920" y="14645"/>
                    </a:cubicBezTo>
                    <a:lnTo>
                      <a:pt x="12935" y="14654"/>
                    </a:lnTo>
                    <a:cubicBezTo>
                      <a:pt x="12947" y="14660"/>
                      <a:pt x="12963" y="14666"/>
                      <a:pt x="12975" y="14672"/>
                    </a:cubicBezTo>
                    <a:lnTo>
                      <a:pt x="12984" y="14675"/>
                    </a:lnTo>
                    <a:cubicBezTo>
                      <a:pt x="12996" y="14681"/>
                      <a:pt x="13011" y="14687"/>
                      <a:pt x="13023" y="14690"/>
                    </a:cubicBezTo>
                    <a:lnTo>
                      <a:pt x="13038" y="14696"/>
                    </a:lnTo>
                    <a:cubicBezTo>
                      <a:pt x="13053" y="14699"/>
                      <a:pt x="13068" y="14702"/>
                      <a:pt x="13083" y="14708"/>
                    </a:cubicBezTo>
                    <a:cubicBezTo>
                      <a:pt x="13101" y="14712"/>
                      <a:pt x="13117" y="14715"/>
                      <a:pt x="13135" y="14715"/>
                    </a:cubicBezTo>
                    <a:lnTo>
                      <a:pt x="13144" y="14715"/>
                    </a:lnTo>
                    <a:cubicBezTo>
                      <a:pt x="13162" y="14715"/>
                      <a:pt x="13180" y="14718"/>
                      <a:pt x="13198" y="14718"/>
                    </a:cubicBezTo>
                    <a:lnTo>
                      <a:pt x="14330" y="14718"/>
                    </a:lnTo>
                    <a:cubicBezTo>
                      <a:pt x="15266" y="14718"/>
                      <a:pt x="16027" y="13957"/>
                      <a:pt x="16027" y="13021"/>
                    </a:cubicBezTo>
                    <a:lnTo>
                      <a:pt x="16027" y="1698"/>
                    </a:lnTo>
                    <a:cubicBezTo>
                      <a:pt x="16027" y="759"/>
                      <a:pt x="15266" y="1"/>
                      <a:pt x="143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82A9A324-838C-458A-9B6B-315924D59D1F}"/>
              </a:ext>
            </a:extLst>
          </p:cNvPr>
          <p:cNvGrpSpPr/>
          <p:nvPr/>
        </p:nvGrpSpPr>
        <p:grpSpPr>
          <a:xfrm>
            <a:off x="4181411" y="4686406"/>
            <a:ext cx="959691" cy="959691"/>
            <a:chOff x="780445" y="2277219"/>
            <a:chExt cx="959691" cy="959691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2378F692-96D1-4B8C-B4EE-7F477E20D1E0}"/>
                </a:ext>
              </a:extLst>
            </p:cNvPr>
            <p:cNvSpPr/>
            <p:nvPr/>
          </p:nvSpPr>
          <p:spPr>
            <a:xfrm>
              <a:off x="780445" y="2277219"/>
              <a:ext cx="959691" cy="95969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92" name="Google Shape;5854;p62">
              <a:extLst>
                <a:ext uri="{FF2B5EF4-FFF2-40B4-BE49-F238E27FC236}">
                  <a16:creationId xmlns:a16="http://schemas.microsoft.com/office/drawing/2014/main" id="{39B4451D-3657-424F-B83D-39458DBB304A}"/>
                </a:ext>
              </a:extLst>
            </p:cNvPr>
            <p:cNvGrpSpPr/>
            <p:nvPr/>
          </p:nvGrpSpPr>
          <p:grpSpPr>
            <a:xfrm>
              <a:off x="1039076" y="2535261"/>
              <a:ext cx="442428" cy="443607"/>
              <a:chOff x="-47157950" y="2712175"/>
              <a:chExt cx="300100" cy="300900"/>
            </a:xfrm>
            <a:solidFill>
              <a:schemeClr val="bg1"/>
            </a:solidFill>
          </p:grpSpPr>
          <p:sp>
            <p:nvSpPr>
              <p:cNvPr id="93" name="Google Shape;5855;p62">
                <a:extLst>
                  <a:ext uri="{FF2B5EF4-FFF2-40B4-BE49-F238E27FC236}">
                    <a16:creationId xmlns:a16="http://schemas.microsoft.com/office/drawing/2014/main" id="{C99B44EC-E328-4A1E-91AF-EE39B2B31BAD}"/>
                  </a:ext>
                </a:extLst>
              </p:cNvPr>
              <p:cNvSpPr/>
              <p:nvPr/>
            </p:nvSpPr>
            <p:spPr>
              <a:xfrm>
                <a:off x="-47157950" y="2712175"/>
                <a:ext cx="300100" cy="300900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2036" extrusionOk="0">
                    <a:moveTo>
                      <a:pt x="7026" y="1166"/>
                    </a:moveTo>
                    <a:lnTo>
                      <a:pt x="7940" y="2048"/>
                    </a:lnTo>
                    <a:lnTo>
                      <a:pt x="7026" y="2048"/>
                    </a:lnTo>
                    <a:lnTo>
                      <a:pt x="7026" y="1166"/>
                    </a:lnTo>
                    <a:close/>
                    <a:moveTo>
                      <a:pt x="6333" y="693"/>
                    </a:moveTo>
                    <a:lnTo>
                      <a:pt x="6333" y="2458"/>
                    </a:lnTo>
                    <a:cubicBezTo>
                      <a:pt x="6333" y="2647"/>
                      <a:pt x="6491" y="2804"/>
                      <a:pt x="6680" y="2804"/>
                    </a:cubicBezTo>
                    <a:lnTo>
                      <a:pt x="8444" y="2804"/>
                    </a:lnTo>
                    <a:lnTo>
                      <a:pt x="8444" y="4222"/>
                    </a:lnTo>
                    <a:lnTo>
                      <a:pt x="3529" y="4222"/>
                    </a:lnTo>
                    <a:lnTo>
                      <a:pt x="3529" y="693"/>
                    </a:lnTo>
                    <a:close/>
                    <a:moveTo>
                      <a:pt x="10933" y="4222"/>
                    </a:moveTo>
                    <a:cubicBezTo>
                      <a:pt x="11122" y="4222"/>
                      <a:pt x="11279" y="4380"/>
                      <a:pt x="11279" y="4569"/>
                    </a:cubicBezTo>
                    <a:lnTo>
                      <a:pt x="11279" y="8097"/>
                    </a:lnTo>
                    <a:lnTo>
                      <a:pt x="11248" y="8097"/>
                    </a:lnTo>
                    <a:cubicBezTo>
                      <a:pt x="11248" y="8286"/>
                      <a:pt x="11090" y="8444"/>
                      <a:pt x="10901" y="8444"/>
                    </a:cubicBezTo>
                    <a:lnTo>
                      <a:pt x="9137" y="8444"/>
                    </a:lnTo>
                    <a:lnTo>
                      <a:pt x="9137" y="7719"/>
                    </a:lnTo>
                    <a:lnTo>
                      <a:pt x="9483" y="7719"/>
                    </a:lnTo>
                    <a:cubicBezTo>
                      <a:pt x="9673" y="7719"/>
                      <a:pt x="9830" y="7562"/>
                      <a:pt x="9830" y="7372"/>
                    </a:cubicBezTo>
                    <a:cubicBezTo>
                      <a:pt x="9830" y="7183"/>
                      <a:pt x="9673" y="7026"/>
                      <a:pt x="9483" y="7026"/>
                    </a:cubicBezTo>
                    <a:lnTo>
                      <a:pt x="2458" y="7026"/>
                    </a:lnTo>
                    <a:cubicBezTo>
                      <a:pt x="2269" y="7026"/>
                      <a:pt x="2111" y="7183"/>
                      <a:pt x="2111" y="7372"/>
                    </a:cubicBezTo>
                    <a:cubicBezTo>
                      <a:pt x="2111" y="7562"/>
                      <a:pt x="2269" y="7719"/>
                      <a:pt x="2458" y="7719"/>
                    </a:cubicBezTo>
                    <a:lnTo>
                      <a:pt x="2836" y="7719"/>
                    </a:lnTo>
                    <a:lnTo>
                      <a:pt x="2836" y="8444"/>
                    </a:lnTo>
                    <a:lnTo>
                      <a:pt x="1040" y="8444"/>
                    </a:lnTo>
                    <a:cubicBezTo>
                      <a:pt x="851" y="8444"/>
                      <a:pt x="694" y="8286"/>
                      <a:pt x="694" y="8097"/>
                    </a:cubicBezTo>
                    <a:lnTo>
                      <a:pt x="694" y="4569"/>
                    </a:lnTo>
                    <a:cubicBezTo>
                      <a:pt x="694" y="4380"/>
                      <a:pt x="851" y="4222"/>
                      <a:pt x="1040" y="4222"/>
                    </a:cubicBezTo>
                    <a:lnTo>
                      <a:pt x="2836" y="4222"/>
                    </a:lnTo>
                    <a:lnTo>
                      <a:pt x="2836" y="4569"/>
                    </a:lnTo>
                    <a:cubicBezTo>
                      <a:pt x="2836" y="4789"/>
                      <a:pt x="2993" y="4947"/>
                      <a:pt x="3183" y="4947"/>
                    </a:cubicBezTo>
                    <a:lnTo>
                      <a:pt x="8822" y="4947"/>
                    </a:lnTo>
                    <a:cubicBezTo>
                      <a:pt x="9011" y="4947"/>
                      <a:pt x="9168" y="4789"/>
                      <a:pt x="9168" y="4569"/>
                    </a:cubicBezTo>
                    <a:lnTo>
                      <a:pt x="9168" y="4222"/>
                    </a:lnTo>
                    <a:close/>
                    <a:moveTo>
                      <a:pt x="8412" y="7719"/>
                    </a:moveTo>
                    <a:lnTo>
                      <a:pt x="8412" y="11279"/>
                    </a:lnTo>
                    <a:lnTo>
                      <a:pt x="3498" y="11279"/>
                    </a:lnTo>
                    <a:lnTo>
                      <a:pt x="3498" y="7719"/>
                    </a:lnTo>
                    <a:close/>
                    <a:moveTo>
                      <a:pt x="3183" y="0"/>
                    </a:moveTo>
                    <a:cubicBezTo>
                      <a:pt x="2993" y="0"/>
                      <a:pt x="2836" y="158"/>
                      <a:pt x="2836" y="378"/>
                    </a:cubicBezTo>
                    <a:lnTo>
                      <a:pt x="2836" y="3560"/>
                    </a:lnTo>
                    <a:lnTo>
                      <a:pt x="1072" y="3560"/>
                    </a:lnTo>
                    <a:cubicBezTo>
                      <a:pt x="473" y="3560"/>
                      <a:pt x="1" y="4033"/>
                      <a:pt x="1" y="4600"/>
                    </a:cubicBezTo>
                    <a:lnTo>
                      <a:pt x="1" y="8129"/>
                    </a:lnTo>
                    <a:cubicBezTo>
                      <a:pt x="1" y="8696"/>
                      <a:pt x="473" y="9168"/>
                      <a:pt x="1072" y="9168"/>
                    </a:cubicBezTo>
                    <a:lnTo>
                      <a:pt x="2836" y="9168"/>
                    </a:lnTo>
                    <a:lnTo>
                      <a:pt x="2836" y="11657"/>
                    </a:lnTo>
                    <a:cubicBezTo>
                      <a:pt x="2836" y="11846"/>
                      <a:pt x="2993" y="12035"/>
                      <a:pt x="3183" y="12035"/>
                    </a:cubicBezTo>
                    <a:lnTo>
                      <a:pt x="8822" y="12035"/>
                    </a:lnTo>
                    <a:cubicBezTo>
                      <a:pt x="9011" y="12035"/>
                      <a:pt x="9168" y="11846"/>
                      <a:pt x="9168" y="11657"/>
                    </a:cubicBezTo>
                    <a:lnTo>
                      <a:pt x="9168" y="9168"/>
                    </a:lnTo>
                    <a:lnTo>
                      <a:pt x="10933" y="9168"/>
                    </a:lnTo>
                    <a:cubicBezTo>
                      <a:pt x="11531" y="9168"/>
                      <a:pt x="12004" y="8696"/>
                      <a:pt x="12004" y="8129"/>
                    </a:cubicBezTo>
                    <a:lnTo>
                      <a:pt x="12004" y="4600"/>
                    </a:lnTo>
                    <a:cubicBezTo>
                      <a:pt x="11972" y="4001"/>
                      <a:pt x="11500" y="3529"/>
                      <a:pt x="10901" y="3529"/>
                    </a:cubicBezTo>
                    <a:lnTo>
                      <a:pt x="9137" y="3529"/>
                    </a:lnTo>
                    <a:lnTo>
                      <a:pt x="9137" y="2458"/>
                    </a:lnTo>
                    <a:cubicBezTo>
                      <a:pt x="9137" y="2363"/>
                      <a:pt x="9074" y="2269"/>
                      <a:pt x="9011" y="2206"/>
                    </a:cubicBezTo>
                    <a:lnTo>
                      <a:pt x="6932" y="126"/>
                    </a:lnTo>
                    <a:cubicBezTo>
                      <a:pt x="6837" y="63"/>
                      <a:pt x="6774" y="0"/>
                      <a:pt x="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4" name="Google Shape;5856;p62">
                <a:extLst>
                  <a:ext uri="{FF2B5EF4-FFF2-40B4-BE49-F238E27FC236}">
                    <a16:creationId xmlns:a16="http://schemas.microsoft.com/office/drawing/2014/main" id="{67603D6C-C6E7-4223-857B-8A6598B0D670}"/>
                  </a:ext>
                </a:extLst>
              </p:cNvPr>
              <p:cNvSpPr/>
              <p:nvPr/>
            </p:nvSpPr>
            <p:spPr>
              <a:xfrm>
                <a:off x="-47087075" y="28523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8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8" y="693"/>
                    </a:cubicBezTo>
                    <a:cubicBezTo>
                      <a:pt x="537" y="693"/>
                      <a:pt x="694" y="536"/>
                      <a:pt x="694" y="347"/>
                    </a:cubicBezTo>
                    <a:cubicBezTo>
                      <a:pt x="694" y="158"/>
                      <a:pt x="537" y="0"/>
                      <a:pt x="3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5" name="Google Shape;5857;p62">
                <a:extLst>
                  <a:ext uri="{FF2B5EF4-FFF2-40B4-BE49-F238E27FC236}">
                    <a16:creationId xmlns:a16="http://schemas.microsoft.com/office/drawing/2014/main" id="{654B4B73-04A6-4A18-9E45-CDE553DC32A4}"/>
                  </a:ext>
                </a:extLst>
              </p:cNvPr>
              <p:cNvSpPr/>
              <p:nvPr/>
            </p:nvSpPr>
            <p:spPr>
              <a:xfrm>
                <a:off x="-47052400" y="28523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26" y="0"/>
                      <a:pt x="0" y="158"/>
                      <a:pt x="0" y="347"/>
                    </a:cubicBezTo>
                    <a:cubicBezTo>
                      <a:pt x="0" y="536"/>
                      <a:pt x="126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6" name="Google Shape;5858;p62">
                <a:extLst>
                  <a:ext uri="{FF2B5EF4-FFF2-40B4-BE49-F238E27FC236}">
                    <a16:creationId xmlns:a16="http://schemas.microsoft.com/office/drawing/2014/main" id="{74AF8795-7434-4107-98A0-C133915336A5}"/>
                  </a:ext>
                </a:extLst>
              </p:cNvPr>
              <p:cNvSpPr/>
              <p:nvPr/>
            </p:nvSpPr>
            <p:spPr>
              <a:xfrm>
                <a:off x="-47051625" y="2957900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3151" y="694"/>
                    </a:lnTo>
                    <a:cubicBezTo>
                      <a:pt x="3340" y="694"/>
                      <a:pt x="3498" y="536"/>
                      <a:pt x="3498" y="347"/>
                    </a:cubicBezTo>
                    <a:cubicBezTo>
                      <a:pt x="3498" y="158"/>
                      <a:pt x="3340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7" name="Google Shape;5859;p62">
                <a:extLst>
                  <a:ext uri="{FF2B5EF4-FFF2-40B4-BE49-F238E27FC236}">
                    <a16:creationId xmlns:a16="http://schemas.microsoft.com/office/drawing/2014/main" id="{4018F765-0751-4DE5-A871-F1772856069F}"/>
                  </a:ext>
                </a:extLst>
              </p:cNvPr>
              <p:cNvSpPr/>
              <p:nvPr/>
            </p:nvSpPr>
            <p:spPr>
              <a:xfrm>
                <a:off x="-47051625" y="2923250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3151" y="694"/>
                    </a:lnTo>
                    <a:cubicBezTo>
                      <a:pt x="3340" y="694"/>
                      <a:pt x="3498" y="536"/>
                      <a:pt x="3498" y="347"/>
                    </a:cubicBezTo>
                    <a:cubicBezTo>
                      <a:pt x="3498" y="158"/>
                      <a:pt x="3340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5860;p62">
                <a:extLst>
                  <a:ext uri="{FF2B5EF4-FFF2-40B4-BE49-F238E27FC236}">
                    <a16:creationId xmlns:a16="http://schemas.microsoft.com/office/drawing/2014/main" id="{D5793D24-0794-4DC9-BBC5-59F5D9A682DA}"/>
                  </a:ext>
                </a:extLst>
              </p:cNvPr>
              <p:cNvSpPr/>
              <p:nvPr/>
            </p:nvSpPr>
            <p:spPr>
              <a:xfrm>
                <a:off x="-47017750" y="28523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78" y="693"/>
                    </a:cubicBezTo>
                    <a:lnTo>
                      <a:pt x="1072" y="693"/>
                    </a:lnTo>
                    <a:cubicBezTo>
                      <a:pt x="1261" y="693"/>
                      <a:pt x="1418" y="536"/>
                      <a:pt x="1418" y="347"/>
                    </a:cubicBezTo>
                    <a:cubicBezTo>
                      <a:pt x="1418" y="158"/>
                      <a:pt x="1261" y="0"/>
                      <a:pt x="1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9" name="Google Shape;5861;p62">
                <a:extLst>
                  <a:ext uri="{FF2B5EF4-FFF2-40B4-BE49-F238E27FC236}">
                    <a16:creationId xmlns:a16="http://schemas.microsoft.com/office/drawing/2014/main" id="{AB4382D8-E090-4D92-8482-63708945F44A}"/>
                  </a:ext>
                </a:extLst>
              </p:cNvPr>
              <p:cNvSpPr/>
              <p:nvPr/>
            </p:nvSpPr>
            <p:spPr>
              <a:xfrm>
                <a:off x="-46964975" y="28523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1040" y="693"/>
                    </a:lnTo>
                    <a:cubicBezTo>
                      <a:pt x="1260" y="693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751448F1-AC1C-44C0-A3CD-EA954759DF44}"/>
              </a:ext>
            </a:extLst>
          </p:cNvPr>
          <p:cNvGrpSpPr/>
          <p:nvPr/>
        </p:nvGrpSpPr>
        <p:grpSpPr>
          <a:xfrm>
            <a:off x="7523310" y="4674102"/>
            <a:ext cx="959691" cy="959691"/>
            <a:chOff x="3840602" y="2559094"/>
            <a:chExt cx="959691" cy="959691"/>
          </a:xfrm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27B782E-F177-4ACB-A5FF-BD159E8A459B}"/>
                </a:ext>
              </a:extLst>
            </p:cNvPr>
            <p:cNvSpPr/>
            <p:nvPr/>
          </p:nvSpPr>
          <p:spPr>
            <a:xfrm>
              <a:off x="3840602" y="2559094"/>
              <a:ext cx="959691" cy="959691"/>
            </a:xfrm>
            <a:prstGeom prst="ellipse">
              <a:avLst/>
            </a:prstGeom>
            <a:solidFill>
              <a:srgbClr val="CA5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Google Shape;6562;p64">
              <a:extLst>
                <a:ext uri="{FF2B5EF4-FFF2-40B4-BE49-F238E27FC236}">
                  <a16:creationId xmlns:a16="http://schemas.microsoft.com/office/drawing/2014/main" id="{160CC79D-B733-4AA2-ACE0-D77F5F9FF2D1}"/>
                </a:ext>
              </a:extLst>
            </p:cNvPr>
            <p:cNvSpPr/>
            <p:nvPr/>
          </p:nvSpPr>
          <p:spPr>
            <a:xfrm>
              <a:off x="4056306" y="2769821"/>
              <a:ext cx="528283" cy="538237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923" y="694"/>
                  </a:moveTo>
                  <a:cubicBezTo>
                    <a:pt x="6490" y="694"/>
                    <a:pt x="6963" y="1166"/>
                    <a:pt x="6963" y="1765"/>
                  </a:cubicBezTo>
                  <a:cubicBezTo>
                    <a:pt x="6963" y="2332"/>
                    <a:pt x="6490" y="2805"/>
                    <a:pt x="5923" y="2805"/>
                  </a:cubicBezTo>
                  <a:cubicBezTo>
                    <a:pt x="5325" y="2805"/>
                    <a:pt x="4852" y="2332"/>
                    <a:pt x="4852" y="1765"/>
                  </a:cubicBezTo>
                  <a:cubicBezTo>
                    <a:pt x="4852" y="1229"/>
                    <a:pt x="5325" y="694"/>
                    <a:pt x="5923" y="694"/>
                  </a:cubicBezTo>
                  <a:close/>
                  <a:moveTo>
                    <a:pt x="2489" y="3466"/>
                  </a:moveTo>
                  <a:cubicBezTo>
                    <a:pt x="2678" y="3466"/>
                    <a:pt x="2836" y="3624"/>
                    <a:pt x="2836" y="3813"/>
                  </a:cubicBezTo>
                  <a:lnTo>
                    <a:pt x="2836" y="4916"/>
                  </a:lnTo>
                  <a:cubicBezTo>
                    <a:pt x="2678" y="4947"/>
                    <a:pt x="2584" y="5042"/>
                    <a:pt x="2458" y="5168"/>
                  </a:cubicBezTo>
                  <a:cubicBezTo>
                    <a:pt x="2363" y="5231"/>
                    <a:pt x="2300" y="5357"/>
                    <a:pt x="2237" y="5420"/>
                  </a:cubicBezTo>
                  <a:cubicBezTo>
                    <a:pt x="2174" y="5357"/>
                    <a:pt x="2143" y="5262"/>
                    <a:pt x="2143" y="5199"/>
                  </a:cubicBezTo>
                  <a:lnTo>
                    <a:pt x="2143" y="3813"/>
                  </a:lnTo>
                  <a:cubicBezTo>
                    <a:pt x="2143" y="3624"/>
                    <a:pt x="2300" y="3466"/>
                    <a:pt x="2489" y="3466"/>
                  </a:cubicBezTo>
                  <a:close/>
                  <a:moveTo>
                    <a:pt x="9326" y="3466"/>
                  </a:moveTo>
                  <a:cubicBezTo>
                    <a:pt x="9546" y="3466"/>
                    <a:pt x="9704" y="3624"/>
                    <a:pt x="9704" y="3813"/>
                  </a:cubicBezTo>
                  <a:lnTo>
                    <a:pt x="9704" y="5199"/>
                  </a:lnTo>
                  <a:cubicBezTo>
                    <a:pt x="9704" y="5262"/>
                    <a:pt x="9641" y="5357"/>
                    <a:pt x="9578" y="5420"/>
                  </a:cubicBezTo>
                  <a:cubicBezTo>
                    <a:pt x="9546" y="5294"/>
                    <a:pt x="9452" y="5231"/>
                    <a:pt x="9389" y="5168"/>
                  </a:cubicBezTo>
                  <a:cubicBezTo>
                    <a:pt x="9263" y="5042"/>
                    <a:pt x="9137" y="4947"/>
                    <a:pt x="8979" y="4916"/>
                  </a:cubicBezTo>
                  <a:lnTo>
                    <a:pt x="8979" y="3813"/>
                  </a:lnTo>
                  <a:cubicBezTo>
                    <a:pt x="9011" y="3624"/>
                    <a:pt x="9168" y="3466"/>
                    <a:pt x="9326" y="3466"/>
                  </a:cubicBezTo>
                  <a:close/>
                  <a:moveTo>
                    <a:pt x="5923" y="3466"/>
                  </a:moveTo>
                  <a:cubicBezTo>
                    <a:pt x="6900" y="3466"/>
                    <a:pt x="7814" y="4096"/>
                    <a:pt x="8160" y="4947"/>
                  </a:cubicBezTo>
                  <a:cubicBezTo>
                    <a:pt x="8066" y="5010"/>
                    <a:pt x="8003" y="5042"/>
                    <a:pt x="7971" y="5105"/>
                  </a:cubicBezTo>
                  <a:lnTo>
                    <a:pt x="6081" y="6963"/>
                  </a:lnTo>
                  <a:cubicBezTo>
                    <a:pt x="6018" y="6995"/>
                    <a:pt x="5955" y="7089"/>
                    <a:pt x="5923" y="7152"/>
                  </a:cubicBezTo>
                  <a:cubicBezTo>
                    <a:pt x="5860" y="7089"/>
                    <a:pt x="5797" y="7026"/>
                    <a:pt x="5766" y="6963"/>
                  </a:cubicBezTo>
                  <a:lnTo>
                    <a:pt x="3876" y="5105"/>
                  </a:lnTo>
                  <a:cubicBezTo>
                    <a:pt x="3781" y="5042"/>
                    <a:pt x="3750" y="5010"/>
                    <a:pt x="3655" y="4947"/>
                  </a:cubicBezTo>
                  <a:cubicBezTo>
                    <a:pt x="4033" y="4096"/>
                    <a:pt x="4915" y="3466"/>
                    <a:pt x="5923" y="3466"/>
                  </a:cubicBezTo>
                  <a:close/>
                  <a:moveTo>
                    <a:pt x="10744" y="2049"/>
                  </a:moveTo>
                  <a:cubicBezTo>
                    <a:pt x="10964" y="2049"/>
                    <a:pt x="11122" y="2206"/>
                    <a:pt x="11122" y="2395"/>
                  </a:cubicBezTo>
                  <a:lnTo>
                    <a:pt x="11122" y="6144"/>
                  </a:lnTo>
                  <a:lnTo>
                    <a:pt x="11059" y="6144"/>
                  </a:lnTo>
                  <a:cubicBezTo>
                    <a:pt x="11059" y="6333"/>
                    <a:pt x="11027" y="6491"/>
                    <a:pt x="10901" y="6648"/>
                  </a:cubicBezTo>
                  <a:lnTo>
                    <a:pt x="9263" y="9421"/>
                  </a:lnTo>
                  <a:cubicBezTo>
                    <a:pt x="9105" y="9673"/>
                    <a:pt x="9011" y="9956"/>
                    <a:pt x="9011" y="10271"/>
                  </a:cubicBezTo>
                  <a:lnTo>
                    <a:pt x="9011" y="10933"/>
                  </a:lnTo>
                  <a:lnTo>
                    <a:pt x="6270" y="10933"/>
                  </a:lnTo>
                  <a:lnTo>
                    <a:pt x="6270" y="8097"/>
                  </a:lnTo>
                  <a:cubicBezTo>
                    <a:pt x="6270" y="7845"/>
                    <a:pt x="6396" y="7593"/>
                    <a:pt x="6585" y="7404"/>
                  </a:cubicBezTo>
                  <a:lnTo>
                    <a:pt x="8475" y="5546"/>
                  </a:lnTo>
                  <a:cubicBezTo>
                    <a:pt x="8538" y="5483"/>
                    <a:pt x="8625" y="5451"/>
                    <a:pt x="8712" y="5451"/>
                  </a:cubicBezTo>
                  <a:cubicBezTo>
                    <a:pt x="8798" y="5451"/>
                    <a:pt x="8885" y="5483"/>
                    <a:pt x="8948" y="5546"/>
                  </a:cubicBezTo>
                  <a:cubicBezTo>
                    <a:pt x="9074" y="5672"/>
                    <a:pt x="9074" y="5892"/>
                    <a:pt x="8948" y="6018"/>
                  </a:cubicBezTo>
                  <a:lnTo>
                    <a:pt x="7751" y="7215"/>
                  </a:lnTo>
                  <a:cubicBezTo>
                    <a:pt x="7656" y="7310"/>
                    <a:pt x="7656" y="7562"/>
                    <a:pt x="7751" y="7656"/>
                  </a:cubicBezTo>
                  <a:cubicBezTo>
                    <a:pt x="7814" y="7719"/>
                    <a:pt x="7908" y="7751"/>
                    <a:pt x="7999" y="7751"/>
                  </a:cubicBezTo>
                  <a:cubicBezTo>
                    <a:pt x="8089" y="7751"/>
                    <a:pt x="8176" y="7719"/>
                    <a:pt x="8223" y="7656"/>
                  </a:cubicBezTo>
                  <a:lnTo>
                    <a:pt x="10082" y="5829"/>
                  </a:lnTo>
                  <a:cubicBezTo>
                    <a:pt x="10271" y="5609"/>
                    <a:pt x="10397" y="5388"/>
                    <a:pt x="10397" y="5105"/>
                  </a:cubicBezTo>
                  <a:lnTo>
                    <a:pt x="10397" y="2395"/>
                  </a:lnTo>
                  <a:cubicBezTo>
                    <a:pt x="10397" y="2206"/>
                    <a:pt x="10555" y="2049"/>
                    <a:pt x="10744" y="2049"/>
                  </a:cubicBezTo>
                  <a:close/>
                  <a:moveTo>
                    <a:pt x="1103" y="2080"/>
                  </a:moveTo>
                  <a:cubicBezTo>
                    <a:pt x="1292" y="2080"/>
                    <a:pt x="1450" y="2238"/>
                    <a:pt x="1450" y="2427"/>
                  </a:cubicBezTo>
                  <a:lnTo>
                    <a:pt x="1450" y="5168"/>
                  </a:lnTo>
                  <a:cubicBezTo>
                    <a:pt x="1450" y="5420"/>
                    <a:pt x="1576" y="5672"/>
                    <a:pt x="1796" y="5861"/>
                  </a:cubicBezTo>
                  <a:lnTo>
                    <a:pt x="3624" y="7719"/>
                  </a:lnTo>
                  <a:cubicBezTo>
                    <a:pt x="3687" y="7782"/>
                    <a:pt x="3781" y="7814"/>
                    <a:pt x="3872" y="7814"/>
                  </a:cubicBezTo>
                  <a:cubicBezTo>
                    <a:pt x="3962" y="7814"/>
                    <a:pt x="4049" y="7782"/>
                    <a:pt x="4096" y="7719"/>
                  </a:cubicBezTo>
                  <a:cubicBezTo>
                    <a:pt x="4222" y="7593"/>
                    <a:pt x="4222" y="7373"/>
                    <a:pt x="4096" y="7247"/>
                  </a:cubicBezTo>
                  <a:lnTo>
                    <a:pt x="2930" y="6050"/>
                  </a:lnTo>
                  <a:cubicBezTo>
                    <a:pt x="2804" y="5955"/>
                    <a:pt x="2804" y="5703"/>
                    <a:pt x="2930" y="5577"/>
                  </a:cubicBezTo>
                  <a:cubicBezTo>
                    <a:pt x="2978" y="5530"/>
                    <a:pt x="3064" y="5506"/>
                    <a:pt x="3155" y="5506"/>
                  </a:cubicBezTo>
                  <a:cubicBezTo>
                    <a:pt x="3245" y="5506"/>
                    <a:pt x="3340" y="5530"/>
                    <a:pt x="3403" y="5577"/>
                  </a:cubicBezTo>
                  <a:lnTo>
                    <a:pt x="5293" y="7436"/>
                  </a:lnTo>
                  <a:cubicBezTo>
                    <a:pt x="5482" y="7625"/>
                    <a:pt x="5608" y="7877"/>
                    <a:pt x="5608" y="8161"/>
                  </a:cubicBezTo>
                  <a:lnTo>
                    <a:pt x="5608" y="10996"/>
                  </a:lnTo>
                  <a:lnTo>
                    <a:pt x="2836" y="10996"/>
                  </a:lnTo>
                  <a:lnTo>
                    <a:pt x="2836" y="10303"/>
                  </a:lnTo>
                  <a:cubicBezTo>
                    <a:pt x="2804" y="10051"/>
                    <a:pt x="2710" y="9736"/>
                    <a:pt x="2552" y="9452"/>
                  </a:cubicBezTo>
                  <a:lnTo>
                    <a:pt x="914" y="6680"/>
                  </a:lnTo>
                  <a:cubicBezTo>
                    <a:pt x="851" y="6522"/>
                    <a:pt x="757" y="6333"/>
                    <a:pt x="757" y="6176"/>
                  </a:cubicBezTo>
                  <a:lnTo>
                    <a:pt x="757" y="2427"/>
                  </a:lnTo>
                  <a:cubicBezTo>
                    <a:pt x="757" y="2238"/>
                    <a:pt x="914" y="2080"/>
                    <a:pt x="1103" y="2080"/>
                  </a:cubicBezTo>
                  <a:close/>
                  <a:moveTo>
                    <a:pt x="5860" y="1"/>
                  </a:moveTo>
                  <a:cubicBezTo>
                    <a:pt x="4915" y="1"/>
                    <a:pt x="4128" y="788"/>
                    <a:pt x="4128" y="1734"/>
                  </a:cubicBezTo>
                  <a:cubicBezTo>
                    <a:pt x="4128" y="2206"/>
                    <a:pt x="4348" y="2647"/>
                    <a:pt x="4695" y="2994"/>
                  </a:cubicBezTo>
                  <a:cubicBezTo>
                    <a:pt x="4411" y="3120"/>
                    <a:pt x="4191" y="3214"/>
                    <a:pt x="3939" y="3435"/>
                  </a:cubicBezTo>
                  <a:cubicBezTo>
                    <a:pt x="3750" y="3592"/>
                    <a:pt x="3592" y="3750"/>
                    <a:pt x="3435" y="3939"/>
                  </a:cubicBezTo>
                  <a:lnTo>
                    <a:pt x="3435" y="3813"/>
                  </a:lnTo>
                  <a:cubicBezTo>
                    <a:pt x="3435" y="3246"/>
                    <a:pt x="2962" y="2805"/>
                    <a:pt x="2395" y="2805"/>
                  </a:cubicBezTo>
                  <a:cubicBezTo>
                    <a:pt x="2300" y="2805"/>
                    <a:pt x="2174" y="2836"/>
                    <a:pt x="2048" y="2836"/>
                  </a:cubicBezTo>
                  <a:lnTo>
                    <a:pt x="2048" y="2427"/>
                  </a:lnTo>
                  <a:cubicBezTo>
                    <a:pt x="2048" y="1891"/>
                    <a:pt x="1576" y="1418"/>
                    <a:pt x="1040" y="1418"/>
                  </a:cubicBezTo>
                  <a:cubicBezTo>
                    <a:pt x="473" y="1418"/>
                    <a:pt x="0" y="1891"/>
                    <a:pt x="0" y="2427"/>
                  </a:cubicBezTo>
                  <a:lnTo>
                    <a:pt x="0" y="6176"/>
                  </a:lnTo>
                  <a:cubicBezTo>
                    <a:pt x="0" y="6491"/>
                    <a:pt x="95" y="6806"/>
                    <a:pt x="253" y="7026"/>
                  </a:cubicBezTo>
                  <a:lnTo>
                    <a:pt x="1891" y="9799"/>
                  </a:lnTo>
                  <a:cubicBezTo>
                    <a:pt x="1985" y="9956"/>
                    <a:pt x="2048" y="10145"/>
                    <a:pt x="2048" y="10303"/>
                  </a:cubicBezTo>
                  <a:lnTo>
                    <a:pt x="2048" y="11342"/>
                  </a:lnTo>
                  <a:cubicBezTo>
                    <a:pt x="2048" y="11532"/>
                    <a:pt x="2206" y="11689"/>
                    <a:pt x="2395" y="11689"/>
                  </a:cubicBezTo>
                  <a:lnTo>
                    <a:pt x="9294" y="11689"/>
                  </a:lnTo>
                  <a:cubicBezTo>
                    <a:pt x="9483" y="11689"/>
                    <a:pt x="9641" y="11532"/>
                    <a:pt x="9641" y="11342"/>
                  </a:cubicBezTo>
                  <a:lnTo>
                    <a:pt x="9641" y="10303"/>
                  </a:lnTo>
                  <a:cubicBezTo>
                    <a:pt x="9641" y="10114"/>
                    <a:pt x="9704" y="9956"/>
                    <a:pt x="9799" y="9799"/>
                  </a:cubicBezTo>
                  <a:lnTo>
                    <a:pt x="11468" y="7026"/>
                  </a:lnTo>
                  <a:cubicBezTo>
                    <a:pt x="11626" y="6774"/>
                    <a:pt x="11689" y="6491"/>
                    <a:pt x="11689" y="6176"/>
                  </a:cubicBezTo>
                  <a:lnTo>
                    <a:pt x="11689" y="2427"/>
                  </a:lnTo>
                  <a:cubicBezTo>
                    <a:pt x="11752" y="1891"/>
                    <a:pt x="11279" y="1418"/>
                    <a:pt x="10712" y="1418"/>
                  </a:cubicBezTo>
                  <a:cubicBezTo>
                    <a:pt x="10177" y="1418"/>
                    <a:pt x="9704" y="1891"/>
                    <a:pt x="9704" y="2427"/>
                  </a:cubicBezTo>
                  <a:lnTo>
                    <a:pt x="9704" y="2836"/>
                  </a:lnTo>
                  <a:cubicBezTo>
                    <a:pt x="9578" y="2805"/>
                    <a:pt x="9452" y="2805"/>
                    <a:pt x="9326" y="2805"/>
                  </a:cubicBezTo>
                  <a:cubicBezTo>
                    <a:pt x="8790" y="2805"/>
                    <a:pt x="8318" y="3246"/>
                    <a:pt x="8318" y="3813"/>
                  </a:cubicBezTo>
                  <a:lnTo>
                    <a:pt x="8318" y="3939"/>
                  </a:lnTo>
                  <a:cubicBezTo>
                    <a:pt x="8160" y="3750"/>
                    <a:pt x="8003" y="3592"/>
                    <a:pt x="7814" y="3435"/>
                  </a:cubicBezTo>
                  <a:cubicBezTo>
                    <a:pt x="7562" y="3246"/>
                    <a:pt x="7341" y="3088"/>
                    <a:pt x="7058" y="2994"/>
                  </a:cubicBezTo>
                  <a:cubicBezTo>
                    <a:pt x="7404" y="2647"/>
                    <a:pt x="7593" y="2206"/>
                    <a:pt x="7593" y="1734"/>
                  </a:cubicBezTo>
                  <a:cubicBezTo>
                    <a:pt x="7593" y="788"/>
                    <a:pt x="6806" y="1"/>
                    <a:pt x="586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47" name="ZoneTexte 146">
            <a:extLst>
              <a:ext uri="{FF2B5EF4-FFF2-40B4-BE49-F238E27FC236}">
                <a16:creationId xmlns:a16="http://schemas.microsoft.com/office/drawing/2014/main" id="{F39E11DC-3E37-44BA-9489-993884DFE868}"/>
              </a:ext>
            </a:extLst>
          </p:cNvPr>
          <p:cNvSpPr txBox="1"/>
          <p:nvPr/>
        </p:nvSpPr>
        <p:spPr>
          <a:xfrm>
            <a:off x="3995340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7030A0"/>
                </a:solidFill>
                <a:latin typeface="Raleway" pitchFamily="2" charset="0"/>
              </a:rPr>
              <a:t>PRODUCTION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FF3DB1A-D51C-45AD-BC30-0FC9737993C2}"/>
              </a:ext>
            </a:extLst>
          </p:cNvPr>
          <p:cNvSpPr txBox="1"/>
          <p:nvPr/>
        </p:nvSpPr>
        <p:spPr>
          <a:xfrm>
            <a:off x="5576875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B02091"/>
                </a:solidFill>
                <a:latin typeface="Raleway" pitchFamily="2" charset="0"/>
              </a:rPr>
              <a:t>DIFFUSION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C50D3598-E47D-4076-BA35-CE2D78A25200}"/>
              </a:ext>
            </a:extLst>
          </p:cNvPr>
          <p:cNvSpPr txBox="1"/>
          <p:nvPr/>
        </p:nvSpPr>
        <p:spPr>
          <a:xfrm>
            <a:off x="7287507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CA5A38"/>
                </a:solidFill>
                <a:latin typeface="Raleway" pitchFamily="2" charset="0"/>
              </a:rPr>
              <a:t>ADOPTION</a:t>
            </a:r>
          </a:p>
        </p:txBody>
      </p: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84C0599F-7EE7-4129-B61A-E7696E16B7E0}"/>
              </a:ext>
            </a:extLst>
          </p:cNvPr>
          <p:cNvGrpSpPr/>
          <p:nvPr/>
        </p:nvGrpSpPr>
        <p:grpSpPr>
          <a:xfrm>
            <a:off x="839513" y="4674752"/>
            <a:ext cx="959691" cy="959691"/>
            <a:chOff x="9906187" y="506198"/>
            <a:chExt cx="959691" cy="959691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ABE6926D-1AAC-45F2-8B98-99AB9BFE7BF9}"/>
                </a:ext>
              </a:extLst>
            </p:cNvPr>
            <p:cNvSpPr/>
            <p:nvPr/>
          </p:nvSpPr>
          <p:spPr>
            <a:xfrm>
              <a:off x="9906187" y="506198"/>
              <a:ext cx="959691" cy="959691"/>
            </a:xfrm>
            <a:prstGeom prst="ellipse">
              <a:avLst/>
            </a:prstGeom>
            <a:solidFill>
              <a:srgbClr val="2C4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8" name="Google Shape;4488;p59">
              <a:extLst>
                <a:ext uri="{FF2B5EF4-FFF2-40B4-BE49-F238E27FC236}">
                  <a16:creationId xmlns:a16="http://schemas.microsoft.com/office/drawing/2014/main" id="{1DC9979E-2D40-428A-B24B-F8F4E2B1227E}"/>
                </a:ext>
              </a:extLst>
            </p:cNvPr>
            <p:cNvGrpSpPr/>
            <p:nvPr/>
          </p:nvGrpSpPr>
          <p:grpSpPr>
            <a:xfrm>
              <a:off x="10148628" y="750926"/>
              <a:ext cx="474808" cy="470235"/>
              <a:chOff x="3860250" y="1427025"/>
              <a:chExt cx="487900" cy="483200"/>
            </a:xfrm>
            <a:solidFill>
              <a:schemeClr val="bg1"/>
            </a:solidFill>
          </p:grpSpPr>
          <p:sp>
            <p:nvSpPr>
              <p:cNvPr id="189" name="Google Shape;4489;p59">
                <a:extLst>
                  <a:ext uri="{FF2B5EF4-FFF2-40B4-BE49-F238E27FC236}">
                    <a16:creationId xmlns:a16="http://schemas.microsoft.com/office/drawing/2014/main" id="{B2B57789-53DA-4298-A1F9-D1D7807BDCF7}"/>
                  </a:ext>
                </a:extLst>
              </p:cNvPr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190" name="Google Shape;4490;p59">
                <a:extLst>
                  <a:ext uri="{FF2B5EF4-FFF2-40B4-BE49-F238E27FC236}">
                    <a16:creationId xmlns:a16="http://schemas.microsoft.com/office/drawing/2014/main" id="{0D7880A2-9E21-452B-BFC4-71E1F38C2417}"/>
                  </a:ext>
                </a:extLst>
              </p:cNvPr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191" name="Google Shape;4491;p59">
                <a:extLst>
                  <a:ext uri="{FF2B5EF4-FFF2-40B4-BE49-F238E27FC236}">
                    <a16:creationId xmlns:a16="http://schemas.microsoft.com/office/drawing/2014/main" id="{C32F4724-D192-49A4-B196-0F8BEA5B9912}"/>
                  </a:ext>
                </a:extLst>
              </p:cNvPr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92" name="ZoneTexte 191">
            <a:extLst>
              <a:ext uri="{FF2B5EF4-FFF2-40B4-BE49-F238E27FC236}">
                <a16:creationId xmlns:a16="http://schemas.microsoft.com/office/drawing/2014/main" id="{804AE2E0-41AD-4B1F-93BB-7CD3B32393C0}"/>
              </a:ext>
            </a:extLst>
          </p:cNvPr>
          <p:cNvSpPr txBox="1"/>
          <p:nvPr/>
        </p:nvSpPr>
        <p:spPr>
          <a:xfrm>
            <a:off x="571594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2C4D7E"/>
                </a:solidFill>
                <a:latin typeface="Raleway" pitchFamily="2" charset="0"/>
              </a:rPr>
              <a:t>TRANSFERT</a:t>
            </a:r>
          </a:p>
        </p:txBody>
      </p:sp>
      <p:grpSp>
        <p:nvGrpSpPr>
          <p:cNvPr id="206" name="Groupe 205">
            <a:extLst>
              <a:ext uri="{FF2B5EF4-FFF2-40B4-BE49-F238E27FC236}">
                <a16:creationId xmlns:a16="http://schemas.microsoft.com/office/drawing/2014/main" id="{37929D07-7A76-4A9C-A972-1A93706BB1F4}"/>
              </a:ext>
            </a:extLst>
          </p:cNvPr>
          <p:cNvGrpSpPr/>
          <p:nvPr/>
        </p:nvGrpSpPr>
        <p:grpSpPr>
          <a:xfrm>
            <a:off x="2510462" y="4667671"/>
            <a:ext cx="959691" cy="959691"/>
            <a:chOff x="2309345" y="4667671"/>
            <a:chExt cx="959691" cy="959691"/>
          </a:xfrm>
        </p:grpSpPr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67F0BFBA-96E8-4C0C-BB55-A255AC38643D}"/>
                </a:ext>
              </a:extLst>
            </p:cNvPr>
            <p:cNvSpPr/>
            <p:nvPr/>
          </p:nvSpPr>
          <p:spPr>
            <a:xfrm>
              <a:off x="2309345" y="4667671"/>
              <a:ext cx="959691" cy="959691"/>
            </a:xfrm>
            <a:prstGeom prst="ellipse">
              <a:avLst/>
            </a:prstGeom>
            <a:solidFill>
              <a:srgbClr val="471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u="sng"/>
            </a:p>
          </p:txBody>
        </p:sp>
        <p:grpSp>
          <p:nvGrpSpPr>
            <p:cNvPr id="199" name="Google Shape;6643;p64">
              <a:extLst>
                <a:ext uri="{FF2B5EF4-FFF2-40B4-BE49-F238E27FC236}">
                  <a16:creationId xmlns:a16="http://schemas.microsoft.com/office/drawing/2014/main" id="{AEA46149-8E29-443D-8ACC-384B1DFD38FD}"/>
                </a:ext>
              </a:extLst>
            </p:cNvPr>
            <p:cNvGrpSpPr/>
            <p:nvPr/>
          </p:nvGrpSpPr>
          <p:grpSpPr>
            <a:xfrm>
              <a:off x="2594536" y="4896589"/>
              <a:ext cx="508577" cy="501855"/>
              <a:chOff x="-34418125" y="2271100"/>
              <a:chExt cx="296950" cy="293025"/>
            </a:xfrm>
            <a:solidFill>
              <a:schemeClr val="bg1"/>
            </a:solidFill>
          </p:grpSpPr>
          <p:sp>
            <p:nvSpPr>
              <p:cNvPr id="200" name="Google Shape;6644;p64">
                <a:extLst>
                  <a:ext uri="{FF2B5EF4-FFF2-40B4-BE49-F238E27FC236}">
                    <a16:creationId xmlns:a16="http://schemas.microsoft.com/office/drawing/2014/main" id="{06533B57-33F6-4499-8603-C884B3D1FB1D}"/>
                  </a:ext>
                </a:extLst>
              </p:cNvPr>
              <p:cNvSpPr/>
              <p:nvPr/>
            </p:nvSpPr>
            <p:spPr>
              <a:xfrm>
                <a:off x="-34418125" y="2271100"/>
                <a:ext cx="296950" cy="293025"/>
              </a:xfrm>
              <a:custGeom>
                <a:avLst/>
                <a:gdLst/>
                <a:ahLst/>
                <a:cxnLst/>
                <a:rect l="l" t="t" r="r" b="b"/>
                <a:pathLst>
                  <a:path w="11878" h="11721" extrusionOk="0">
                    <a:moveTo>
                      <a:pt x="6207" y="1229"/>
                    </a:moveTo>
                    <a:lnTo>
                      <a:pt x="7089" y="2080"/>
                    </a:lnTo>
                    <a:lnTo>
                      <a:pt x="6207" y="2080"/>
                    </a:lnTo>
                    <a:lnTo>
                      <a:pt x="6207" y="1229"/>
                    </a:lnTo>
                    <a:close/>
                    <a:moveTo>
                      <a:pt x="7561" y="9074"/>
                    </a:moveTo>
                    <a:lnTo>
                      <a:pt x="7561" y="10366"/>
                    </a:lnTo>
                    <a:lnTo>
                      <a:pt x="6238" y="10366"/>
                    </a:lnTo>
                    <a:lnTo>
                      <a:pt x="7561" y="9074"/>
                    </a:lnTo>
                    <a:close/>
                    <a:moveTo>
                      <a:pt x="5514" y="725"/>
                    </a:moveTo>
                    <a:lnTo>
                      <a:pt x="5514" y="2427"/>
                    </a:lnTo>
                    <a:cubicBezTo>
                      <a:pt x="5514" y="2616"/>
                      <a:pt x="5671" y="2773"/>
                      <a:pt x="5860" y="2773"/>
                    </a:cubicBezTo>
                    <a:lnTo>
                      <a:pt x="7561" y="2773"/>
                    </a:lnTo>
                    <a:lnTo>
                      <a:pt x="7561" y="4222"/>
                    </a:lnTo>
                    <a:cubicBezTo>
                      <a:pt x="6837" y="4947"/>
                      <a:pt x="6742" y="5924"/>
                      <a:pt x="6994" y="6711"/>
                    </a:cubicBezTo>
                    <a:lnTo>
                      <a:pt x="4726" y="8980"/>
                    </a:lnTo>
                    <a:lnTo>
                      <a:pt x="1670" y="8980"/>
                    </a:lnTo>
                    <a:cubicBezTo>
                      <a:pt x="1481" y="8980"/>
                      <a:pt x="1323" y="9137"/>
                      <a:pt x="1323" y="9358"/>
                    </a:cubicBezTo>
                    <a:cubicBezTo>
                      <a:pt x="1323" y="9547"/>
                      <a:pt x="1481" y="9704"/>
                      <a:pt x="1670" y="9704"/>
                    </a:cubicBezTo>
                    <a:lnTo>
                      <a:pt x="4033" y="9704"/>
                    </a:lnTo>
                    <a:lnTo>
                      <a:pt x="3718" y="10019"/>
                    </a:lnTo>
                    <a:cubicBezTo>
                      <a:pt x="3623" y="10145"/>
                      <a:pt x="3529" y="10240"/>
                      <a:pt x="3497" y="10397"/>
                    </a:cubicBezTo>
                    <a:lnTo>
                      <a:pt x="662" y="10397"/>
                    </a:lnTo>
                    <a:lnTo>
                      <a:pt x="662" y="725"/>
                    </a:lnTo>
                    <a:close/>
                    <a:moveTo>
                      <a:pt x="9295" y="4211"/>
                    </a:moveTo>
                    <a:cubicBezTo>
                      <a:pt x="9367" y="4211"/>
                      <a:pt x="9441" y="4215"/>
                      <a:pt x="9515" y="4222"/>
                    </a:cubicBezTo>
                    <a:lnTo>
                      <a:pt x="9042" y="4695"/>
                    </a:lnTo>
                    <a:cubicBezTo>
                      <a:pt x="8664" y="5073"/>
                      <a:pt x="8664" y="5766"/>
                      <a:pt x="9042" y="6144"/>
                    </a:cubicBezTo>
                    <a:cubicBezTo>
                      <a:pt x="9247" y="6349"/>
                      <a:pt x="9515" y="6451"/>
                      <a:pt x="9779" y="6451"/>
                    </a:cubicBezTo>
                    <a:cubicBezTo>
                      <a:pt x="10042" y="6451"/>
                      <a:pt x="10302" y="6349"/>
                      <a:pt x="10491" y="6144"/>
                    </a:cubicBezTo>
                    <a:lnTo>
                      <a:pt x="10964" y="5672"/>
                    </a:lnTo>
                    <a:lnTo>
                      <a:pt x="10964" y="5672"/>
                    </a:lnTo>
                    <a:cubicBezTo>
                      <a:pt x="11058" y="6239"/>
                      <a:pt x="10869" y="6743"/>
                      <a:pt x="10491" y="7089"/>
                    </a:cubicBezTo>
                    <a:cubicBezTo>
                      <a:pt x="10183" y="7418"/>
                      <a:pt x="9741" y="7626"/>
                      <a:pt x="9278" y="7626"/>
                    </a:cubicBezTo>
                    <a:cubicBezTo>
                      <a:pt x="9031" y="7626"/>
                      <a:pt x="8779" y="7567"/>
                      <a:pt x="8538" y="7436"/>
                    </a:cubicBezTo>
                    <a:cubicBezTo>
                      <a:pt x="8496" y="7415"/>
                      <a:pt x="8451" y="7404"/>
                      <a:pt x="8404" y="7404"/>
                    </a:cubicBezTo>
                    <a:cubicBezTo>
                      <a:pt x="8311" y="7404"/>
                      <a:pt x="8213" y="7446"/>
                      <a:pt x="8129" y="7530"/>
                    </a:cubicBezTo>
                    <a:lnTo>
                      <a:pt x="4726" y="10964"/>
                    </a:lnTo>
                    <a:cubicBezTo>
                      <a:pt x="4663" y="11012"/>
                      <a:pt x="4568" y="11035"/>
                      <a:pt x="4478" y="11035"/>
                    </a:cubicBezTo>
                    <a:cubicBezTo>
                      <a:pt x="4387" y="11035"/>
                      <a:pt x="4301" y="11012"/>
                      <a:pt x="4253" y="10964"/>
                    </a:cubicBezTo>
                    <a:cubicBezTo>
                      <a:pt x="4127" y="10838"/>
                      <a:pt x="4127" y="10586"/>
                      <a:pt x="4253" y="10492"/>
                    </a:cubicBezTo>
                    <a:lnTo>
                      <a:pt x="7656" y="7058"/>
                    </a:lnTo>
                    <a:cubicBezTo>
                      <a:pt x="7782" y="6932"/>
                      <a:pt x="7782" y="6774"/>
                      <a:pt x="7750" y="6648"/>
                    </a:cubicBezTo>
                    <a:cubicBezTo>
                      <a:pt x="7467" y="6113"/>
                      <a:pt x="7498" y="5356"/>
                      <a:pt x="7971" y="4821"/>
                    </a:cubicBezTo>
                    <a:cubicBezTo>
                      <a:pt x="8330" y="4407"/>
                      <a:pt x="8785" y="4211"/>
                      <a:pt x="9295" y="4211"/>
                    </a:cubicBezTo>
                    <a:close/>
                    <a:moveTo>
                      <a:pt x="378" y="1"/>
                    </a:moveTo>
                    <a:cubicBezTo>
                      <a:pt x="189" y="1"/>
                      <a:pt x="32" y="158"/>
                      <a:pt x="32" y="347"/>
                    </a:cubicBezTo>
                    <a:lnTo>
                      <a:pt x="32" y="10681"/>
                    </a:lnTo>
                    <a:cubicBezTo>
                      <a:pt x="0" y="10870"/>
                      <a:pt x="158" y="11027"/>
                      <a:pt x="347" y="11027"/>
                    </a:cubicBezTo>
                    <a:lnTo>
                      <a:pt x="3529" y="11027"/>
                    </a:lnTo>
                    <a:cubicBezTo>
                      <a:pt x="3560" y="11185"/>
                      <a:pt x="3655" y="11311"/>
                      <a:pt x="3781" y="11437"/>
                    </a:cubicBezTo>
                    <a:cubicBezTo>
                      <a:pt x="3970" y="11626"/>
                      <a:pt x="4230" y="11720"/>
                      <a:pt x="4494" y="11720"/>
                    </a:cubicBezTo>
                    <a:cubicBezTo>
                      <a:pt x="4758" y="11720"/>
                      <a:pt x="5025" y="11626"/>
                      <a:pt x="5230" y="11437"/>
                    </a:cubicBezTo>
                    <a:lnTo>
                      <a:pt x="5608" y="11027"/>
                    </a:lnTo>
                    <a:lnTo>
                      <a:pt x="7940" y="11027"/>
                    </a:lnTo>
                    <a:cubicBezTo>
                      <a:pt x="8129" y="11027"/>
                      <a:pt x="8286" y="10870"/>
                      <a:pt x="8286" y="10681"/>
                    </a:cubicBezTo>
                    <a:lnTo>
                      <a:pt x="8286" y="8349"/>
                    </a:lnTo>
                    <a:lnTo>
                      <a:pt x="8538" y="8129"/>
                    </a:lnTo>
                    <a:cubicBezTo>
                      <a:pt x="8792" y="8220"/>
                      <a:pt x="9065" y="8269"/>
                      <a:pt x="9344" y="8269"/>
                    </a:cubicBezTo>
                    <a:cubicBezTo>
                      <a:pt x="9929" y="8269"/>
                      <a:pt x="10536" y="8053"/>
                      <a:pt x="11027" y="7562"/>
                    </a:cubicBezTo>
                    <a:cubicBezTo>
                      <a:pt x="11752" y="6806"/>
                      <a:pt x="11878" y="5735"/>
                      <a:pt x="11500" y="4852"/>
                    </a:cubicBezTo>
                    <a:cubicBezTo>
                      <a:pt x="11437" y="4726"/>
                      <a:pt x="11342" y="4695"/>
                      <a:pt x="11248" y="4663"/>
                    </a:cubicBezTo>
                    <a:cubicBezTo>
                      <a:pt x="11122" y="4663"/>
                      <a:pt x="11027" y="4663"/>
                      <a:pt x="10932" y="4726"/>
                    </a:cubicBezTo>
                    <a:lnTo>
                      <a:pt x="10082" y="5609"/>
                    </a:lnTo>
                    <a:cubicBezTo>
                      <a:pt x="10019" y="5656"/>
                      <a:pt x="9924" y="5679"/>
                      <a:pt x="9834" y="5679"/>
                    </a:cubicBezTo>
                    <a:cubicBezTo>
                      <a:pt x="9743" y="5679"/>
                      <a:pt x="9657" y="5656"/>
                      <a:pt x="9609" y="5609"/>
                    </a:cubicBezTo>
                    <a:cubicBezTo>
                      <a:pt x="9483" y="5483"/>
                      <a:pt x="9483" y="5230"/>
                      <a:pt x="9609" y="5136"/>
                    </a:cubicBezTo>
                    <a:lnTo>
                      <a:pt x="10460" y="4254"/>
                    </a:lnTo>
                    <a:cubicBezTo>
                      <a:pt x="10554" y="4191"/>
                      <a:pt x="10586" y="4065"/>
                      <a:pt x="10554" y="3939"/>
                    </a:cubicBezTo>
                    <a:cubicBezTo>
                      <a:pt x="10554" y="3813"/>
                      <a:pt x="10460" y="3750"/>
                      <a:pt x="10334" y="3718"/>
                    </a:cubicBezTo>
                    <a:cubicBezTo>
                      <a:pt x="10003" y="3561"/>
                      <a:pt x="9649" y="3482"/>
                      <a:pt x="9298" y="3482"/>
                    </a:cubicBezTo>
                    <a:cubicBezTo>
                      <a:pt x="8948" y="3482"/>
                      <a:pt x="8601" y="3561"/>
                      <a:pt x="8286" y="3718"/>
                    </a:cubicBezTo>
                    <a:lnTo>
                      <a:pt x="8286" y="2395"/>
                    </a:lnTo>
                    <a:cubicBezTo>
                      <a:pt x="8286" y="2332"/>
                      <a:pt x="8255" y="2206"/>
                      <a:pt x="8192" y="2175"/>
                    </a:cubicBezTo>
                    <a:lnTo>
                      <a:pt x="6144" y="127"/>
                    </a:lnTo>
                    <a:cubicBezTo>
                      <a:pt x="6049" y="64"/>
                      <a:pt x="5986" y="1"/>
                      <a:pt x="58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6645;p64">
                <a:extLst>
                  <a:ext uri="{FF2B5EF4-FFF2-40B4-BE49-F238E27FC236}">
                    <a16:creationId xmlns:a16="http://schemas.microsoft.com/office/drawing/2014/main" id="{893567EB-6A8C-474D-A32F-7151CB7FC36B}"/>
                  </a:ext>
                </a:extLst>
              </p:cNvPr>
              <p:cNvSpPr/>
              <p:nvPr/>
            </p:nvSpPr>
            <p:spPr>
              <a:xfrm>
                <a:off x="-34331500" y="23057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cubicBezTo>
                      <a:pt x="536" y="725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2" name="Google Shape;6646;p64">
                <a:extLst>
                  <a:ext uri="{FF2B5EF4-FFF2-40B4-BE49-F238E27FC236}">
                    <a16:creationId xmlns:a16="http://schemas.microsoft.com/office/drawing/2014/main" id="{7047073B-9BF4-491A-BE3C-F1E088B0B798}"/>
                  </a:ext>
                </a:extLst>
              </p:cNvPr>
              <p:cNvSpPr/>
              <p:nvPr/>
            </p:nvSpPr>
            <p:spPr>
              <a:xfrm>
                <a:off x="-34331500" y="2341200"/>
                <a:ext cx="17350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7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lnTo>
                      <a:pt x="1" y="2395"/>
                    </a:lnTo>
                    <a:cubicBezTo>
                      <a:pt x="1" y="2584"/>
                      <a:pt x="158" y="2773"/>
                      <a:pt x="347" y="2773"/>
                    </a:cubicBezTo>
                    <a:cubicBezTo>
                      <a:pt x="536" y="2773"/>
                      <a:pt x="694" y="2584"/>
                      <a:pt x="694" y="2395"/>
                    </a:cubicBezTo>
                    <a:lnTo>
                      <a:pt x="694" y="347"/>
                    </a:ln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6647;p64">
                <a:extLst>
                  <a:ext uri="{FF2B5EF4-FFF2-40B4-BE49-F238E27FC236}">
                    <a16:creationId xmlns:a16="http://schemas.microsoft.com/office/drawing/2014/main" id="{345197F9-3D06-4EAE-BD78-4D7CCADEB873}"/>
                  </a:ext>
                </a:extLst>
              </p:cNvPr>
              <p:cNvSpPr/>
              <p:nvPr/>
            </p:nvSpPr>
            <p:spPr>
              <a:xfrm>
                <a:off x="-34384275" y="2427050"/>
                <a:ext cx="1213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694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79" y="694"/>
                    </a:cubicBezTo>
                    <a:lnTo>
                      <a:pt x="4506" y="694"/>
                    </a:lnTo>
                    <a:cubicBezTo>
                      <a:pt x="4695" y="694"/>
                      <a:pt x="4853" y="536"/>
                      <a:pt x="4853" y="347"/>
                    </a:cubicBezTo>
                    <a:cubicBezTo>
                      <a:pt x="4853" y="158"/>
                      <a:pt x="4695" y="1"/>
                      <a:pt x="450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4" name="Google Shape;6648;p64">
                <a:extLst>
                  <a:ext uri="{FF2B5EF4-FFF2-40B4-BE49-F238E27FC236}">
                    <a16:creationId xmlns:a16="http://schemas.microsoft.com/office/drawing/2014/main" id="{F8C7FBFE-4C08-4FE8-B4B4-32ACD613605B}"/>
                  </a:ext>
                </a:extLst>
              </p:cNvPr>
              <p:cNvSpPr/>
              <p:nvPr/>
            </p:nvSpPr>
            <p:spPr>
              <a:xfrm>
                <a:off x="-34384275" y="2460125"/>
                <a:ext cx="882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530" h="726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99"/>
                      <a:pt x="158" y="725"/>
                      <a:pt x="379" y="725"/>
                    </a:cubicBezTo>
                    <a:lnTo>
                      <a:pt x="3151" y="725"/>
                    </a:lnTo>
                    <a:cubicBezTo>
                      <a:pt x="3372" y="725"/>
                      <a:pt x="3530" y="568"/>
                      <a:pt x="3530" y="379"/>
                    </a:cubicBezTo>
                    <a:cubicBezTo>
                      <a:pt x="3530" y="158"/>
                      <a:pt x="3372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205" name="ZoneTexte 204">
            <a:extLst>
              <a:ext uri="{FF2B5EF4-FFF2-40B4-BE49-F238E27FC236}">
                <a16:creationId xmlns:a16="http://schemas.microsoft.com/office/drawing/2014/main" id="{7AB48C0C-B0CB-48CE-B1D4-F2C19BD48E63}"/>
              </a:ext>
            </a:extLst>
          </p:cNvPr>
          <p:cNvSpPr txBox="1"/>
          <p:nvPr/>
        </p:nvSpPr>
        <p:spPr>
          <a:xfrm>
            <a:off x="2294611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471AB6"/>
                </a:solidFill>
                <a:latin typeface="Raleway" pitchFamily="2" charset="0"/>
              </a:rPr>
              <a:t>DESIGN</a:t>
            </a:r>
          </a:p>
        </p:txBody>
      </p:sp>
      <p:sp>
        <p:nvSpPr>
          <p:cNvPr id="207" name="Flèche : bas 206">
            <a:extLst>
              <a:ext uri="{FF2B5EF4-FFF2-40B4-BE49-F238E27FC236}">
                <a16:creationId xmlns:a16="http://schemas.microsoft.com/office/drawing/2014/main" id="{D627CAA9-F3EB-48F6-A5BE-FC70BB48CC41}"/>
              </a:ext>
            </a:extLst>
          </p:cNvPr>
          <p:cNvSpPr/>
          <p:nvPr/>
        </p:nvSpPr>
        <p:spPr>
          <a:xfrm rot="16200000">
            <a:off x="1836316" y="4945084"/>
            <a:ext cx="313316" cy="419026"/>
          </a:xfrm>
          <a:prstGeom prst="downArrow">
            <a:avLst/>
          </a:prstGeom>
          <a:solidFill>
            <a:srgbClr val="2C4D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8" name="Flèche : bas 207">
            <a:extLst>
              <a:ext uri="{FF2B5EF4-FFF2-40B4-BE49-F238E27FC236}">
                <a16:creationId xmlns:a16="http://schemas.microsoft.com/office/drawing/2014/main" id="{C69CD4CD-7B9F-4111-936D-D1B4917C3359}"/>
              </a:ext>
            </a:extLst>
          </p:cNvPr>
          <p:cNvSpPr/>
          <p:nvPr/>
        </p:nvSpPr>
        <p:spPr>
          <a:xfrm rot="16200000">
            <a:off x="3497875" y="4945084"/>
            <a:ext cx="313316" cy="419026"/>
          </a:xfrm>
          <a:prstGeom prst="downArrow">
            <a:avLst/>
          </a:prstGeom>
          <a:solidFill>
            <a:srgbClr val="471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9" name="Flèche : bas 208">
            <a:extLst>
              <a:ext uri="{FF2B5EF4-FFF2-40B4-BE49-F238E27FC236}">
                <a16:creationId xmlns:a16="http://schemas.microsoft.com/office/drawing/2014/main" id="{A39C613B-C626-4860-9B91-7FFCA148E2CE}"/>
              </a:ext>
            </a:extLst>
          </p:cNvPr>
          <p:cNvSpPr/>
          <p:nvPr/>
        </p:nvSpPr>
        <p:spPr>
          <a:xfrm rot="16200000">
            <a:off x="5178214" y="4945085"/>
            <a:ext cx="313316" cy="4190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0" name="Flèche : bas 209">
            <a:extLst>
              <a:ext uri="{FF2B5EF4-FFF2-40B4-BE49-F238E27FC236}">
                <a16:creationId xmlns:a16="http://schemas.microsoft.com/office/drawing/2014/main" id="{9B2417F9-AFE6-46ED-8DBC-C2CBA35048C7}"/>
              </a:ext>
            </a:extLst>
          </p:cNvPr>
          <p:cNvSpPr/>
          <p:nvPr/>
        </p:nvSpPr>
        <p:spPr>
          <a:xfrm rot="16200000">
            <a:off x="6828600" y="4945085"/>
            <a:ext cx="313316" cy="419026"/>
          </a:xfrm>
          <a:prstGeom prst="downArrow">
            <a:avLst/>
          </a:prstGeom>
          <a:solidFill>
            <a:srgbClr val="B02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62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73168A50-C667-43DA-AFD7-8F7BA47BCE05}"/>
              </a:ext>
            </a:extLst>
          </p:cNvPr>
          <p:cNvGrpSpPr/>
          <p:nvPr/>
        </p:nvGrpSpPr>
        <p:grpSpPr>
          <a:xfrm>
            <a:off x="6662131" y="3447845"/>
            <a:ext cx="1008943" cy="504471"/>
            <a:chOff x="4753328" y="2568"/>
            <a:chExt cx="1008943" cy="504471"/>
          </a:xfrm>
          <a:noFill/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AAFD2C4E-2C48-44F2-96F9-6736A75628A5}"/>
                </a:ext>
              </a:extLst>
            </p:cNvPr>
            <p:cNvSpPr/>
            <p:nvPr/>
          </p:nvSpPr>
          <p:spPr>
            <a:xfrm>
              <a:off x="4753328" y="2568"/>
              <a:ext cx="1008943" cy="50447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Rectangle : coins arrondis 4">
              <a:extLst>
                <a:ext uri="{FF2B5EF4-FFF2-40B4-BE49-F238E27FC236}">
                  <a16:creationId xmlns:a16="http://schemas.microsoft.com/office/drawing/2014/main" id="{7A33CF2B-7727-4836-A30B-68859AE3EFB8}"/>
                </a:ext>
              </a:extLst>
            </p:cNvPr>
            <p:cNvSpPr txBox="1"/>
            <p:nvPr/>
          </p:nvSpPr>
          <p:spPr>
            <a:xfrm>
              <a:off x="4777954" y="27194"/>
              <a:ext cx="959691" cy="45521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0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3EE20477-B187-4C84-AC10-5B5B9D224D06}"/>
              </a:ext>
            </a:extLst>
          </p:cNvPr>
          <p:cNvGrpSpPr/>
          <p:nvPr/>
        </p:nvGrpSpPr>
        <p:grpSpPr>
          <a:xfrm>
            <a:off x="397193" y="792150"/>
            <a:ext cx="959691" cy="959691"/>
            <a:chOff x="459954" y="382372"/>
            <a:chExt cx="959691" cy="959691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12623D02-BE9C-4B10-B503-70636F32D4B4}"/>
                </a:ext>
              </a:extLst>
            </p:cNvPr>
            <p:cNvSpPr/>
            <p:nvPr/>
          </p:nvSpPr>
          <p:spPr>
            <a:xfrm>
              <a:off x="459954" y="382372"/>
              <a:ext cx="959691" cy="959691"/>
            </a:xfrm>
            <a:prstGeom prst="ellipse">
              <a:avLst/>
            </a:prstGeom>
            <a:solidFill>
              <a:srgbClr val="D782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1" name="Google Shape;4524;p59">
              <a:extLst>
                <a:ext uri="{FF2B5EF4-FFF2-40B4-BE49-F238E27FC236}">
                  <a16:creationId xmlns:a16="http://schemas.microsoft.com/office/drawing/2014/main" id="{2FBA9A12-D343-470C-9AED-CBE6ADF6A12B}"/>
                </a:ext>
              </a:extLst>
            </p:cNvPr>
            <p:cNvGrpSpPr/>
            <p:nvPr/>
          </p:nvGrpSpPr>
          <p:grpSpPr>
            <a:xfrm>
              <a:off x="708305" y="631022"/>
              <a:ext cx="462989" cy="462391"/>
              <a:chOff x="5053900" y="2021500"/>
              <a:chExt cx="483750" cy="483125"/>
            </a:xfrm>
            <a:solidFill>
              <a:schemeClr val="bg1"/>
            </a:solidFill>
          </p:grpSpPr>
          <p:sp>
            <p:nvSpPr>
              <p:cNvPr id="42" name="Google Shape;4525;p59">
                <a:extLst>
                  <a:ext uri="{FF2B5EF4-FFF2-40B4-BE49-F238E27FC236}">
                    <a16:creationId xmlns:a16="http://schemas.microsoft.com/office/drawing/2014/main" id="{5A2F3B89-AF88-4EFC-AB2C-13DC64976022}"/>
                  </a:ext>
                </a:extLst>
              </p:cNvPr>
              <p:cNvSpPr/>
              <p:nvPr/>
            </p:nvSpPr>
            <p:spPr>
              <a:xfrm>
                <a:off x="5281350" y="2078100"/>
                <a:ext cx="127375" cy="12735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5094" extrusionOk="0">
                    <a:moveTo>
                      <a:pt x="565" y="0"/>
                    </a:moveTo>
                    <a:cubicBezTo>
                      <a:pt x="251" y="0"/>
                      <a:pt x="1" y="254"/>
                      <a:pt x="1" y="568"/>
                    </a:cubicBezTo>
                    <a:cubicBezTo>
                      <a:pt x="1" y="879"/>
                      <a:pt x="251" y="1132"/>
                      <a:pt x="565" y="1132"/>
                    </a:cubicBezTo>
                    <a:cubicBezTo>
                      <a:pt x="2440" y="1135"/>
                      <a:pt x="3959" y="2654"/>
                      <a:pt x="3962" y="4529"/>
                    </a:cubicBezTo>
                    <a:cubicBezTo>
                      <a:pt x="3962" y="4843"/>
                      <a:pt x="4216" y="5094"/>
                      <a:pt x="4530" y="5094"/>
                    </a:cubicBezTo>
                    <a:cubicBezTo>
                      <a:pt x="4841" y="5094"/>
                      <a:pt x="5094" y="4843"/>
                      <a:pt x="5094" y="4529"/>
                    </a:cubicBezTo>
                    <a:cubicBezTo>
                      <a:pt x="5091" y="2029"/>
                      <a:pt x="3065" y="3"/>
                      <a:pt x="5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4526;p59">
                <a:extLst>
                  <a:ext uri="{FF2B5EF4-FFF2-40B4-BE49-F238E27FC236}">
                    <a16:creationId xmlns:a16="http://schemas.microsoft.com/office/drawing/2014/main" id="{D52D8130-A9E3-4029-B5F3-809CD5E2BF21}"/>
                  </a:ext>
                </a:extLst>
              </p:cNvPr>
              <p:cNvSpPr/>
              <p:nvPr/>
            </p:nvSpPr>
            <p:spPr>
              <a:xfrm>
                <a:off x="5118000" y="2021500"/>
                <a:ext cx="368700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4748" h="19325" extrusionOk="0">
                    <a:moveTo>
                      <a:pt x="7088" y="1135"/>
                    </a:moveTo>
                    <a:cubicBezTo>
                      <a:pt x="8391" y="1135"/>
                      <a:pt x="9651" y="1571"/>
                      <a:pt x="10668" y="2397"/>
                    </a:cubicBezTo>
                    <a:cubicBezTo>
                      <a:pt x="13159" y="4417"/>
                      <a:pt x="13473" y="8104"/>
                      <a:pt x="11360" y="10516"/>
                    </a:cubicBezTo>
                    <a:cubicBezTo>
                      <a:pt x="10572" y="11419"/>
                      <a:pt x="10085" y="12503"/>
                      <a:pt x="9962" y="13626"/>
                    </a:cubicBezTo>
                    <a:lnTo>
                      <a:pt x="4237" y="13626"/>
                    </a:lnTo>
                    <a:cubicBezTo>
                      <a:pt x="4107" y="12482"/>
                      <a:pt x="3630" y="11407"/>
                      <a:pt x="2866" y="10550"/>
                    </a:cubicBezTo>
                    <a:cubicBezTo>
                      <a:pt x="1658" y="9191"/>
                      <a:pt x="1184" y="7367"/>
                      <a:pt x="1571" y="5549"/>
                    </a:cubicBezTo>
                    <a:cubicBezTo>
                      <a:pt x="2020" y="3427"/>
                      <a:pt x="3748" y="1706"/>
                      <a:pt x="5873" y="1262"/>
                    </a:cubicBezTo>
                    <a:cubicBezTo>
                      <a:pt x="6278" y="1177"/>
                      <a:pt x="6685" y="1135"/>
                      <a:pt x="7088" y="1135"/>
                    </a:cubicBezTo>
                    <a:close/>
                    <a:moveTo>
                      <a:pt x="9931" y="14759"/>
                    </a:moveTo>
                    <a:lnTo>
                      <a:pt x="9931" y="15323"/>
                    </a:lnTo>
                    <a:cubicBezTo>
                      <a:pt x="9931" y="15637"/>
                      <a:pt x="9678" y="15891"/>
                      <a:pt x="9364" y="15891"/>
                    </a:cubicBezTo>
                    <a:lnTo>
                      <a:pt x="4835" y="15891"/>
                    </a:lnTo>
                    <a:cubicBezTo>
                      <a:pt x="4521" y="15891"/>
                      <a:pt x="4270" y="15637"/>
                      <a:pt x="4270" y="15323"/>
                    </a:cubicBezTo>
                    <a:lnTo>
                      <a:pt x="4270" y="14759"/>
                    </a:lnTo>
                    <a:close/>
                    <a:moveTo>
                      <a:pt x="8699" y="17023"/>
                    </a:moveTo>
                    <a:cubicBezTo>
                      <a:pt x="8464" y="17694"/>
                      <a:pt x="7827" y="18192"/>
                      <a:pt x="7099" y="18192"/>
                    </a:cubicBezTo>
                    <a:cubicBezTo>
                      <a:pt x="6371" y="18192"/>
                      <a:pt x="5734" y="17694"/>
                      <a:pt x="5499" y="17023"/>
                    </a:cubicBezTo>
                    <a:close/>
                    <a:moveTo>
                      <a:pt x="7087" y="0"/>
                    </a:moveTo>
                    <a:cubicBezTo>
                      <a:pt x="6607" y="0"/>
                      <a:pt x="6123" y="50"/>
                      <a:pt x="5641" y="151"/>
                    </a:cubicBezTo>
                    <a:cubicBezTo>
                      <a:pt x="3053" y="712"/>
                      <a:pt x="1027" y="2729"/>
                      <a:pt x="462" y="5314"/>
                    </a:cubicBezTo>
                    <a:cubicBezTo>
                      <a:pt x="0" y="7488"/>
                      <a:pt x="568" y="9671"/>
                      <a:pt x="2020" y="11301"/>
                    </a:cubicBezTo>
                    <a:cubicBezTo>
                      <a:pt x="2730" y="12099"/>
                      <a:pt x="3135" y="13149"/>
                      <a:pt x="3135" y="14191"/>
                    </a:cubicBezTo>
                    <a:lnTo>
                      <a:pt x="3135" y="15323"/>
                    </a:lnTo>
                    <a:cubicBezTo>
                      <a:pt x="3138" y="16060"/>
                      <a:pt x="3612" y="16709"/>
                      <a:pt x="4309" y="16939"/>
                    </a:cubicBezTo>
                    <a:cubicBezTo>
                      <a:pt x="4409" y="17518"/>
                      <a:pt x="4681" y="18053"/>
                      <a:pt x="5094" y="18473"/>
                    </a:cubicBezTo>
                    <a:cubicBezTo>
                      <a:pt x="5642" y="19040"/>
                      <a:pt x="6371" y="19324"/>
                      <a:pt x="7099" y="19324"/>
                    </a:cubicBezTo>
                    <a:cubicBezTo>
                      <a:pt x="7828" y="19324"/>
                      <a:pt x="8556" y="19040"/>
                      <a:pt x="9104" y="18473"/>
                    </a:cubicBezTo>
                    <a:cubicBezTo>
                      <a:pt x="9518" y="18053"/>
                      <a:pt x="9790" y="17518"/>
                      <a:pt x="9889" y="16939"/>
                    </a:cubicBezTo>
                    <a:cubicBezTo>
                      <a:pt x="10587" y="16709"/>
                      <a:pt x="11061" y="16060"/>
                      <a:pt x="11064" y="15323"/>
                    </a:cubicBezTo>
                    <a:lnTo>
                      <a:pt x="11064" y="14191"/>
                    </a:lnTo>
                    <a:cubicBezTo>
                      <a:pt x="11064" y="13149"/>
                      <a:pt x="11471" y="12108"/>
                      <a:pt x="12211" y="11262"/>
                    </a:cubicBezTo>
                    <a:cubicBezTo>
                      <a:pt x="14747" y="8366"/>
                      <a:pt x="14370" y="3943"/>
                      <a:pt x="11381" y="1518"/>
                    </a:cubicBezTo>
                    <a:cubicBezTo>
                      <a:pt x="10159" y="525"/>
                      <a:pt x="8647" y="0"/>
                      <a:pt x="7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4" name="Google Shape;4527;p59">
                <a:extLst>
                  <a:ext uri="{FF2B5EF4-FFF2-40B4-BE49-F238E27FC236}">
                    <a16:creationId xmlns:a16="http://schemas.microsoft.com/office/drawing/2014/main" id="{EAC62C0A-079E-49F1-8225-597F588860C7}"/>
                  </a:ext>
                </a:extLst>
              </p:cNvPr>
              <p:cNvSpPr/>
              <p:nvPr/>
            </p:nvSpPr>
            <p:spPr>
              <a:xfrm>
                <a:off x="50539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0"/>
                    </a:moveTo>
                    <a:cubicBezTo>
                      <a:pt x="255" y="0"/>
                      <a:pt x="1" y="254"/>
                      <a:pt x="1" y="568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6" y="879"/>
                      <a:pt x="2266" y="568"/>
                    </a:cubicBezTo>
                    <a:cubicBezTo>
                      <a:pt x="2266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5" name="Google Shape;4528;p59">
                <a:extLst>
                  <a:ext uri="{FF2B5EF4-FFF2-40B4-BE49-F238E27FC236}">
                    <a16:creationId xmlns:a16="http://schemas.microsoft.com/office/drawing/2014/main" id="{CF0C36F0-E698-40D0-B1E4-1F22EDEEADCE}"/>
                  </a:ext>
                </a:extLst>
              </p:cNvPr>
              <p:cNvSpPr/>
              <p:nvPr/>
            </p:nvSpPr>
            <p:spPr>
              <a:xfrm>
                <a:off x="5056850" y="2096550"/>
                <a:ext cx="507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921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9"/>
                      <a:pt x="215" y="962"/>
                    </a:cubicBezTo>
                    <a:lnTo>
                      <a:pt x="1015" y="1762"/>
                    </a:lnTo>
                    <a:cubicBezTo>
                      <a:pt x="1125" y="1868"/>
                      <a:pt x="1267" y="1921"/>
                      <a:pt x="1409" y="1921"/>
                    </a:cubicBezTo>
                    <a:cubicBezTo>
                      <a:pt x="1554" y="1921"/>
                      <a:pt x="1699" y="1865"/>
                      <a:pt x="1809" y="1753"/>
                    </a:cubicBezTo>
                    <a:cubicBezTo>
                      <a:pt x="2027" y="1536"/>
                      <a:pt x="2030" y="1183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6" name="Google Shape;4529;p59">
                <a:extLst>
                  <a:ext uri="{FF2B5EF4-FFF2-40B4-BE49-F238E27FC236}">
                    <a16:creationId xmlns:a16="http://schemas.microsoft.com/office/drawing/2014/main" id="{DC5DE3AF-E475-468F-ACEA-603C0F8471D8}"/>
                  </a:ext>
                </a:extLst>
              </p:cNvPr>
              <p:cNvSpPr/>
              <p:nvPr/>
            </p:nvSpPr>
            <p:spPr>
              <a:xfrm>
                <a:off x="5056400" y="2266400"/>
                <a:ext cx="5120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34" extrusionOk="0">
                    <a:moveTo>
                      <a:pt x="1427" y="0"/>
                    </a:moveTo>
                    <a:cubicBezTo>
                      <a:pt x="1285" y="0"/>
                      <a:pt x="1143" y="53"/>
                      <a:pt x="1033" y="159"/>
                    </a:cubicBezTo>
                    <a:lnTo>
                      <a:pt x="233" y="962"/>
                    </a:lnTo>
                    <a:cubicBezTo>
                      <a:pt x="4" y="1179"/>
                      <a:pt x="1" y="1545"/>
                      <a:pt x="227" y="1768"/>
                    </a:cubicBezTo>
                    <a:cubicBezTo>
                      <a:pt x="338" y="1879"/>
                      <a:pt x="482" y="1934"/>
                      <a:pt x="627" y="1934"/>
                    </a:cubicBezTo>
                    <a:cubicBezTo>
                      <a:pt x="774" y="1934"/>
                      <a:pt x="922" y="1876"/>
                      <a:pt x="1033" y="1762"/>
                    </a:cubicBezTo>
                    <a:lnTo>
                      <a:pt x="1833" y="962"/>
                    </a:lnTo>
                    <a:cubicBezTo>
                      <a:pt x="2048" y="738"/>
                      <a:pt x="2045" y="385"/>
                      <a:pt x="1827" y="168"/>
                    </a:cubicBezTo>
                    <a:cubicBezTo>
                      <a:pt x="1717" y="56"/>
                      <a:pt x="1572" y="0"/>
                      <a:pt x="1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7" name="Google Shape;4530;p59">
                <a:extLst>
                  <a:ext uri="{FF2B5EF4-FFF2-40B4-BE49-F238E27FC236}">
                    <a16:creationId xmlns:a16="http://schemas.microsoft.com/office/drawing/2014/main" id="{28D76244-C066-4F88-9CBD-3BD7CF0ED8C6}"/>
                  </a:ext>
                </a:extLst>
              </p:cNvPr>
              <p:cNvSpPr/>
              <p:nvPr/>
            </p:nvSpPr>
            <p:spPr>
              <a:xfrm>
                <a:off x="54804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8" y="0"/>
                    </a:moveTo>
                    <a:cubicBezTo>
                      <a:pt x="254" y="0"/>
                      <a:pt x="1" y="254"/>
                      <a:pt x="1" y="568"/>
                    </a:cubicBezTo>
                    <a:cubicBezTo>
                      <a:pt x="1" y="879"/>
                      <a:pt x="254" y="1133"/>
                      <a:pt x="568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8"/>
                    </a:cubicBezTo>
                    <a:cubicBezTo>
                      <a:pt x="2265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8" name="Google Shape;4531;p59">
                <a:extLst>
                  <a:ext uri="{FF2B5EF4-FFF2-40B4-BE49-F238E27FC236}">
                    <a16:creationId xmlns:a16="http://schemas.microsoft.com/office/drawing/2014/main" id="{A0ADF3FF-7B0D-4C7B-A560-A1AD9DA79B28}"/>
                  </a:ext>
                </a:extLst>
              </p:cNvPr>
              <p:cNvSpPr/>
              <p:nvPr/>
            </p:nvSpPr>
            <p:spPr>
              <a:xfrm>
                <a:off x="5479800" y="209655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1550" y="0"/>
                    </a:moveTo>
                    <a:cubicBezTo>
                      <a:pt x="1409" y="0"/>
                      <a:pt x="1267" y="53"/>
                      <a:pt x="1157" y="159"/>
                    </a:cubicBezTo>
                    <a:lnTo>
                      <a:pt x="357" y="962"/>
                    </a:lnTo>
                    <a:cubicBezTo>
                      <a:pt x="1" y="1318"/>
                      <a:pt x="251" y="1928"/>
                      <a:pt x="756" y="1928"/>
                    </a:cubicBezTo>
                    <a:cubicBezTo>
                      <a:pt x="907" y="1928"/>
                      <a:pt x="1051" y="1868"/>
                      <a:pt x="1157" y="1762"/>
                    </a:cubicBezTo>
                    <a:lnTo>
                      <a:pt x="1957" y="959"/>
                    </a:lnTo>
                    <a:cubicBezTo>
                      <a:pt x="2172" y="739"/>
                      <a:pt x="2169" y="385"/>
                      <a:pt x="1951" y="168"/>
                    </a:cubicBezTo>
                    <a:cubicBezTo>
                      <a:pt x="1841" y="56"/>
                      <a:pt x="1696" y="0"/>
                      <a:pt x="15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9" name="Google Shape;4532;p59">
                <a:extLst>
                  <a:ext uri="{FF2B5EF4-FFF2-40B4-BE49-F238E27FC236}">
                    <a16:creationId xmlns:a16="http://schemas.microsoft.com/office/drawing/2014/main" id="{E994DD72-3EEE-4BD7-90A9-19F4C366547F}"/>
                  </a:ext>
                </a:extLst>
              </p:cNvPr>
              <p:cNvSpPr/>
              <p:nvPr/>
            </p:nvSpPr>
            <p:spPr>
              <a:xfrm>
                <a:off x="5483350" y="226640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8"/>
                      <a:pt x="215" y="962"/>
                    </a:cubicBezTo>
                    <a:lnTo>
                      <a:pt x="1015" y="1762"/>
                    </a:lnTo>
                    <a:cubicBezTo>
                      <a:pt x="1121" y="1868"/>
                      <a:pt x="1266" y="1928"/>
                      <a:pt x="1417" y="1928"/>
                    </a:cubicBezTo>
                    <a:cubicBezTo>
                      <a:pt x="1921" y="1928"/>
                      <a:pt x="2172" y="1318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572357B0-EE66-40DD-A335-D06E022D9582}"/>
              </a:ext>
            </a:extLst>
          </p:cNvPr>
          <p:cNvGrpSpPr/>
          <p:nvPr/>
        </p:nvGrpSpPr>
        <p:grpSpPr>
          <a:xfrm>
            <a:off x="5852360" y="4686406"/>
            <a:ext cx="959691" cy="959691"/>
            <a:chOff x="2440340" y="2618079"/>
            <a:chExt cx="959691" cy="959691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ED64AADA-60B3-404E-9C0C-6CB2E35E8995}"/>
                </a:ext>
              </a:extLst>
            </p:cNvPr>
            <p:cNvSpPr/>
            <p:nvPr/>
          </p:nvSpPr>
          <p:spPr>
            <a:xfrm>
              <a:off x="2440340" y="2618079"/>
              <a:ext cx="959691" cy="959691"/>
            </a:xfrm>
            <a:prstGeom prst="ellipse">
              <a:avLst/>
            </a:prstGeom>
            <a:solidFill>
              <a:srgbClr val="B020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0" name="Google Shape;4442;p59">
              <a:extLst>
                <a:ext uri="{FF2B5EF4-FFF2-40B4-BE49-F238E27FC236}">
                  <a16:creationId xmlns:a16="http://schemas.microsoft.com/office/drawing/2014/main" id="{003B2EF0-2FB4-4A7D-B744-75F9A4ACFECB}"/>
                </a:ext>
              </a:extLst>
            </p:cNvPr>
            <p:cNvGrpSpPr/>
            <p:nvPr/>
          </p:nvGrpSpPr>
          <p:grpSpPr>
            <a:xfrm>
              <a:off x="2652067" y="2864629"/>
              <a:ext cx="536237" cy="466590"/>
              <a:chOff x="889275" y="861850"/>
              <a:chExt cx="487950" cy="424575"/>
            </a:xfrm>
            <a:solidFill>
              <a:schemeClr val="bg1"/>
            </a:solidFill>
          </p:grpSpPr>
          <p:sp>
            <p:nvSpPr>
              <p:cNvPr id="51" name="Google Shape;4443;p59">
                <a:extLst>
                  <a:ext uri="{FF2B5EF4-FFF2-40B4-BE49-F238E27FC236}">
                    <a16:creationId xmlns:a16="http://schemas.microsoft.com/office/drawing/2014/main" id="{F28D4749-EE38-4957-B816-6DBBAE1948DA}"/>
                  </a:ext>
                </a:extLst>
              </p:cNvPr>
              <p:cNvSpPr/>
              <p:nvPr/>
            </p:nvSpPr>
            <p:spPr>
              <a:xfrm>
                <a:off x="1319225" y="1031700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1"/>
                    </a:moveTo>
                    <a:cubicBezTo>
                      <a:pt x="255" y="1"/>
                      <a:pt x="1" y="251"/>
                      <a:pt x="1" y="565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5"/>
                    </a:cubicBezTo>
                    <a:cubicBezTo>
                      <a:pt x="2265" y="251"/>
                      <a:pt x="2012" y="1"/>
                      <a:pt x="170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2" name="Google Shape;4444;p59">
                <a:extLst>
                  <a:ext uri="{FF2B5EF4-FFF2-40B4-BE49-F238E27FC236}">
                    <a16:creationId xmlns:a16="http://schemas.microsoft.com/office/drawing/2014/main" id="{E6268E12-D89B-4BA4-BE99-C527DEBDF370}"/>
                  </a:ext>
                </a:extLst>
              </p:cNvPr>
              <p:cNvSpPr/>
              <p:nvPr/>
            </p:nvSpPr>
            <p:spPr>
              <a:xfrm>
                <a:off x="1314475" y="946725"/>
                <a:ext cx="62750" cy="56700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268" extrusionOk="0">
                    <a:moveTo>
                      <a:pt x="1889" y="0"/>
                    </a:moveTo>
                    <a:cubicBezTo>
                      <a:pt x="1744" y="0"/>
                      <a:pt x="1599" y="55"/>
                      <a:pt x="1489" y="166"/>
                    </a:cubicBezTo>
                    <a:lnTo>
                      <a:pt x="357" y="1298"/>
                    </a:lnTo>
                    <a:cubicBezTo>
                      <a:pt x="1" y="1657"/>
                      <a:pt x="251" y="2267"/>
                      <a:pt x="759" y="2267"/>
                    </a:cubicBezTo>
                    <a:cubicBezTo>
                      <a:pt x="906" y="2267"/>
                      <a:pt x="1051" y="2207"/>
                      <a:pt x="1157" y="2101"/>
                    </a:cubicBezTo>
                    <a:lnTo>
                      <a:pt x="2289" y="969"/>
                    </a:lnTo>
                    <a:cubicBezTo>
                      <a:pt x="2510" y="745"/>
                      <a:pt x="2510" y="389"/>
                      <a:pt x="2289" y="166"/>
                    </a:cubicBezTo>
                    <a:cubicBezTo>
                      <a:pt x="2179" y="55"/>
                      <a:pt x="2034" y="0"/>
                      <a:pt x="188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3" name="Google Shape;4445;p59">
                <a:extLst>
                  <a:ext uri="{FF2B5EF4-FFF2-40B4-BE49-F238E27FC236}">
                    <a16:creationId xmlns:a16="http://schemas.microsoft.com/office/drawing/2014/main" id="{155A8DEA-EFA7-4AF3-BC17-6325273247DA}"/>
                  </a:ext>
                </a:extLst>
              </p:cNvPr>
              <p:cNvSpPr/>
              <p:nvPr/>
            </p:nvSpPr>
            <p:spPr>
              <a:xfrm>
                <a:off x="1317875" y="1088250"/>
                <a:ext cx="59350" cy="56675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2267" extrusionOk="0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1" y="390"/>
                      <a:pt x="1" y="746"/>
                      <a:pt x="221" y="969"/>
                    </a:cubicBezTo>
                    <a:lnTo>
                      <a:pt x="1353" y="2102"/>
                    </a:lnTo>
                    <a:cubicBezTo>
                      <a:pt x="1463" y="2212"/>
                      <a:pt x="1608" y="2267"/>
                      <a:pt x="1753" y="2267"/>
                    </a:cubicBezTo>
                    <a:cubicBezTo>
                      <a:pt x="1898" y="2267"/>
                      <a:pt x="2043" y="2212"/>
                      <a:pt x="2153" y="2102"/>
                    </a:cubicBezTo>
                    <a:cubicBezTo>
                      <a:pt x="2374" y="1878"/>
                      <a:pt x="2374" y="1522"/>
                      <a:pt x="2153" y="1298"/>
                    </a:cubicBezTo>
                    <a:lnTo>
                      <a:pt x="1021" y="166"/>
                    </a:ln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54" name="Google Shape;4446;p59">
                <a:extLst>
                  <a:ext uri="{FF2B5EF4-FFF2-40B4-BE49-F238E27FC236}">
                    <a16:creationId xmlns:a16="http://schemas.microsoft.com/office/drawing/2014/main" id="{EFF757FD-1F34-4365-9880-03A77219D64A}"/>
                  </a:ext>
                </a:extLst>
              </p:cNvPr>
              <p:cNvSpPr/>
              <p:nvPr/>
            </p:nvSpPr>
            <p:spPr>
              <a:xfrm>
                <a:off x="889275" y="861850"/>
                <a:ext cx="400700" cy="424575"/>
              </a:xfrm>
              <a:custGeom>
                <a:avLst/>
                <a:gdLst/>
                <a:ahLst/>
                <a:cxnLst/>
                <a:rect l="l" t="t" r="r" b="b"/>
                <a:pathLst>
                  <a:path w="16028" h="16983" extrusionOk="0">
                    <a:moveTo>
                      <a:pt x="4668" y="4530"/>
                    </a:moveTo>
                    <a:lnTo>
                      <a:pt x="4668" y="10191"/>
                    </a:lnTo>
                    <a:lnTo>
                      <a:pt x="4104" y="10191"/>
                    </a:lnTo>
                    <a:cubicBezTo>
                      <a:pt x="2539" y="10191"/>
                      <a:pt x="1271" y="8923"/>
                      <a:pt x="1271" y="7359"/>
                    </a:cubicBezTo>
                    <a:cubicBezTo>
                      <a:pt x="1271" y="5795"/>
                      <a:pt x="2539" y="4530"/>
                      <a:pt x="4104" y="4530"/>
                    </a:cubicBezTo>
                    <a:close/>
                    <a:moveTo>
                      <a:pt x="6972" y="4530"/>
                    </a:moveTo>
                    <a:lnTo>
                      <a:pt x="6972" y="10191"/>
                    </a:lnTo>
                    <a:lnTo>
                      <a:pt x="5800" y="10191"/>
                    </a:lnTo>
                    <a:lnTo>
                      <a:pt x="5800" y="4530"/>
                    </a:lnTo>
                    <a:close/>
                    <a:moveTo>
                      <a:pt x="12633" y="1565"/>
                    </a:moveTo>
                    <a:lnTo>
                      <a:pt x="12633" y="13153"/>
                    </a:lnTo>
                    <a:lnTo>
                      <a:pt x="8104" y="10436"/>
                    </a:lnTo>
                    <a:lnTo>
                      <a:pt x="8104" y="4282"/>
                    </a:lnTo>
                    <a:lnTo>
                      <a:pt x="12633" y="1565"/>
                    </a:lnTo>
                    <a:close/>
                    <a:moveTo>
                      <a:pt x="14330" y="1133"/>
                    </a:moveTo>
                    <a:cubicBezTo>
                      <a:pt x="14644" y="1133"/>
                      <a:pt x="14898" y="1384"/>
                      <a:pt x="14898" y="1698"/>
                    </a:cubicBezTo>
                    <a:lnTo>
                      <a:pt x="14898" y="13021"/>
                    </a:lnTo>
                    <a:cubicBezTo>
                      <a:pt x="14898" y="13335"/>
                      <a:pt x="14644" y="13588"/>
                      <a:pt x="14330" y="13588"/>
                    </a:cubicBezTo>
                    <a:lnTo>
                      <a:pt x="13766" y="13588"/>
                    </a:lnTo>
                    <a:lnTo>
                      <a:pt x="13766" y="1133"/>
                    </a:lnTo>
                    <a:close/>
                    <a:moveTo>
                      <a:pt x="5800" y="11324"/>
                    </a:moveTo>
                    <a:lnTo>
                      <a:pt x="5800" y="15285"/>
                    </a:lnTo>
                    <a:cubicBezTo>
                      <a:pt x="5800" y="15599"/>
                      <a:pt x="5547" y="15850"/>
                      <a:pt x="5236" y="15850"/>
                    </a:cubicBezTo>
                    <a:cubicBezTo>
                      <a:pt x="4922" y="15850"/>
                      <a:pt x="4668" y="15599"/>
                      <a:pt x="4668" y="15285"/>
                    </a:cubicBezTo>
                    <a:lnTo>
                      <a:pt x="4668" y="11324"/>
                    </a:lnTo>
                    <a:close/>
                    <a:moveTo>
                      <a:pt x="13132" y="1"/>
                    </a:moveTo>
                    <a:lnTo>
                      <a:pt x="13098" y="7"/>
                    </a:lnTo>
                    <a:lnTo>
                      <a:pt x="13074" y="10"/>
                    </a:lnTo>
                    <a:cubicBezTo>
                      <a:pt x="13065" y="10"/>
                      <a:pt x="13056" y="16"/>
                      <a:pt x="13047" y="19"/>
                    </a:cubicBezTo>
                    <a:cubicBezTo>
                      <a:pt x="13038" y="22"/>
                      <a:pt x="13029" y="22"/>
                      <a:pt x="13020" y="25"/>
                    </a:cubicBezTo>
                    <a:lnTo>
                      <a:pt x="12996" y="34"/>
                    </a:lnTo>
                    <a:lnTo>
                      <a:pt x="12966" y="46"/>
                    </a:lnTo>
                    <a:lnTo>
                      <a:pt x="12947" y="58"/>
                    </a:lnTo>
                    <a:cubicBezTo>
                      <a:pt x="12935" y="61"/>
                      <a:pt x="12926" y="67"/>
                      <a:pt x="12917" y="73"/>
                    </a:cubicBezTo>
                    <a:lnTo>
                      <a:pt x="12908" y="79"/>
                    </a:lnTo>
                    <a:lnTo>
                      <a:pt x="7380" y="3398"/>
                    </a:lnTo>
                    <a:lnTo>
                      <a:pt x="4104" y="3398"/>
                    </a:lnTo>
                    <a:cubicBezTo>
                      <a:pt x="2023" y="3398"/>
                      <a:pt x="299" y="5001"/>
                      <a:pt x="151" y="7075"/>
                    </a:cubicBezTo>
                    <a:cubicBezTo>
                      <a:pt x="0" y="9150"/>
                      <a:pt x="1480" y="10986"/>
                      <a:pt x="3536" y="11281"/>
                    </a:cubicBezTo>
                    <a:lnTo>
                      <a:pt x="3536" y="15285"/>
                    </a:lnTo>
                    <a:cubicBezTo>
                      <a:pt x="3536" y="16224"/>
                      <a:pt x="4297" y="16982"/>
                      <a:pt x="5236" y="16982"/>
                    </a:cubicBezTo>
                    <a:cubicBezTo>
                      <a:pt x="6172" y="16982"/>
                      <a:pt x="6933" y="16224"/>
                      <a:pt x="6933" y="15285"/>
                    </a:cubicBezTo>
                    <a:lnTo>
                      <a:pt x="6933" y="11324"/>
                    </a:lnTo>
                    <a:lnTo>
                      <a:pt x="7380" y="11324"/>
                    </a:lnTo>
                    <a:lnTo>
                      <a:pt x="12908" y="14639"/>
                    </a:lnTo>
                    <a:cubicBezTo>
                      <a:pt x="12911" y="14642"/>
                      <a:pt x="12914" y="14642"/>
                      <a:pt x="12920" y="14645"/>
                    </a:cubicBezTo>
                    <a:lnTo>
                      <a:pt x="12935" y="14654"/>
                    </a:lnTo>
                    <a:cubicBezTo>
                      <a:pt x="12947" y="14660"/>
                      <a:pt x="12963" y="14666"/>
                      <a:pt x="12975" y="14672"/>
                    </a:cubicBezTo>
                    <a:lnTo>
                      <a:pt x="12984" y="14675"/>
                    </a:lnTo>
                    <a:cubicBezTo>
                      <a:pt x="12996" y="14681"/>
                      <a:pt x="13011" y="14687"/>
                      <a:pt x="13023" y="14690"/>
                    </a:cubicBezTo>
                    <a:lnTo>
                      <a:pt x="13038" y="14696"/>
                    </a:lnTo>
                    <a:cubicBezTo>
                      <a:pt x="13053" y="14699"/>
                      <a:pt x="13068" y="14702"/>
                      <a:pt x="13083" y="14708"/>
                    </a:cubicBezTo>
                    <a:cubicBezTo>
                      <a:pt x="13101" y="14712"/>
                      <a:pt x="13117" y="14715"/>
                      <a:pt x="13135" y="14715"/>
                    </a:cubicBezTo>
                    <a:lnTo>
                      <a:pt x="13144" y="14715"/>
                    </a:lnTo>
                    <a:cubicBezTo>
                      <a:pt x="13162" y="14715"/>
                      <a:pt x="13180" y="14718"/>
                      <a:pt x="13198" y="14718"/>
                    </a:cubicBezTo>
                    <a:lnTo>
                      <a:pt x="14330" y="14718"/>
                    </a:lnTo>
                    <a:cubicBezTo>
                      <a:pt x="15266" y="14718"/>
                      <a:pt x="16027" y="13957"/>
                      <a:pt x="16027" y="13021"/>
                    </a:cubicBezTo>
                    <a:lnTo>
                      <a:pt x="16027" y="1698"/>
                    </a:lnTo>
                    <a:cubicBezTo>
                      <a:pt x="16027" y="759"/>
                      <a:pt x="15266" y="1"/>
                      <a:pt x="1433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974E1BBF-9CEE-4DF0-9B64-BDBB791ED129}"/>
              </a:ext>
            </a:extLst>
          </p:cNvPr>
          <p:cNvGrpSpPr/>
          <p:nvPr/>
        </p:nvGrpSpPr>
        <p:grpSpPr>
          <a:xfrm>
            <a:off x="2009511" y="771321"/>
            <a:ext cx="959691" cy="959691"/>
            <a:chOff x="1740136" y="382372"/>
            <a:chExt cx="959691" cy="959691"/>
          </a:xfrm>
        </p:grpSpPr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B9565D64-B916-4BE8-8883-4A05D9EC7421}"/>
                </a:ext>
              </a:extLst>
            </p:cNvPr>
            <p:cNvSpPr/>
            <p:nvPr/>
          </p:nvSpPr>
          <p:spPr>
            <a:xfrm>
              <a:off x="1740136" y="382372"/>
              <a:ext cx="959691" cy="95969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5" name="Google Shape;5736;p62">
              <a:extLst>
                <a:ext uri="{FF2B5EF4-FFF2-40B4-BE49-F238E27FC236}">
                  <a16:creationId xmlns:a16="http://schemas.microsoft.com/office/drawing/2014/main" id="{0360747C-D0F1-4FBE-9272-25686F3D6CA4}"/>
                </a:ext>
              </a:extLst>
            </p:cNvPr>
            <p:cNvGrpSpPr/>
            <p:nvPr/>
          </p:nvGrpSpPr>
          <p:grpSpPr>
            <a:xfrm>
              <a:off x="2006059" y="612121"/>
              <a:ext cx="427844" cy="500193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56" name="Google Shape;5737;p62">
                <a:extLst>
                  <a:ext uri="{FF2B5EF4-FFF2-40B4-BE49-F238E27FC236}">
                    <a16:creationId xmlns:a16="http://schemas.microsoft.com/office/drawing/2014/main" id="{0B270981-E352-4320-AFD8-1E711B0FA5B2}"/>
                  </a:ext>
                </a:extLst>
              </p:cNvPr>
              <p:cNvSpPr/>
              <p:nvPr/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5738;p62">
                <a:extLst>
                  <a:ext uri="{FF2B5EF4-FFF2-40B4-BE49-F238E27FC236}">
                    <a16:creationId xmlns:a16="http://schemas.microsoft.com/office/drawing/2014/main" id="{839D5486-F41E-403A-9739-5116871000F2}"/>
                  </a:ext>
                </a:extLst>
              </p:cNvPr>
              <p:cNvSpPr/>
              <p:nvPr/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5739;p62">
                <a:extLst>
                  <a:ext uri="{FF2B5EF4-FFF2-40B4-BE49-F238E27FC236}">
                    <a16:creationId xmlns:a16="http://schemas.microsoft.com/office/drawing/2014/main" id="{D9E23BDC-89DE-4874-AF34-30B2C1C3B5CA}"/>
                  </a:ext>
                </a:extLst>
              </p:cNvPr>
              <p:cNvSpPr/>
              <p:nvPr/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08FD1540-03C3-44FC-A1E5-56BED3BCD5E9}"/>
              </a:ext>
            </a:extLst>
          </p:cNvPr>
          <p:cNvGrpSpPr/>
          <p:nvPr/>
        </p:nvGrpSpPr>
        <p:grpSpPr>
          <a:xfrm>
            <a:off x="6563778" y="2825300"/>
            <a:ext cx="959691" cy="959691"/>
            <a:chOff x="9906187" y="506198"/>
            <a:chExt cx="959691" cy="959691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BD7173F2-EEC6-411A-A930-AB9DF4826B99}"/>
                </a:ext>
              </a:extLst>
            </p:cNvPr>
            <p:cNvSpPr/>
            <p:nvPr/>
          </p:nvSpPr>
          <p:spPr>
            <a:xfrm>
              <a:off x="9906187" y="506198"/>
              <a:ext cx="959691" cy="959691"/>
            </a:xfrm>
            <a:prstGeom prst="ellipse">
              <a:avLst/>
            </a:prstGeom>
            <a:solidFill>
              <a:srgbClr val="2C4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9" name="Google Shape;4488;p59">
              <a:extLst>
                <a:ext uri="{FF2B5EF4-FFF2-40B4-BE49-F238E27FC236}">
                  <a16:creationId xmlns:a16="http://schemas.microsoft.com/office/drawing/2014/main" id="{D276F4F3-80AF-4E08-B5E9-D156CD20F2E5}"/>
                </a:ext>
              </a:extLst>
            </p:cNvPr>
            <p:cNvGrpSpPr/>
            <p:nvPr/>
          </p:nvGrpSpPr>
          <p:grpSpPr>
            <a:xfrm>
              <a:off x="10148628" y="750926"/>
              <a:ext cx="474808" cy="470235"/>
              <a:chOff x="3860250" y="1427025"/>
              <a:chExt cx="487900" cy="483200"/>
            </a:xfrm>
            <a:solidFill>
              <a:schemeClr val="bg1"/>
            </a:solidFill>
          </p:grpSpPr>
          <p:sp>
            <p:nvSpPr>
              <p:cNvPr id="60" name="Google Shape;4489;p59">
                <a:extLst>
                  <a:ext uri="{FF2B5EF4-FFF2-40B4-BE49-F238E27FC236}">
                    <a16:creationId xmlns:a16="http://schemas.microsoft.com/office/drawing/2014/main" id="{CC93903D-0D77-49B3-BD44-FBB280AE1E88}"/>
                  </a:ext>
                </a:extLst>
              </p:cNvPr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61" name="Google Shape;4490;p59">
                <a:extLst>
                  <a:ext uri="{FF2B5EF4-FFF2-40B4-BE49-F238E27FC236}">
                    <a16:creationId xmlns:a16="http://schemas.microsoft.com/office/drawing/2014/main" id="{8C9416A0-B350-4618-B861-450DBFF40DE7}"/>
                  </a:ext>
                </a:extLst>
              </p:cNvPr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62" name="Google Shape;4491;p59">
                <a:extLst>
                  <a:ext uri="{FF2B5EF4-FFF2-40B4-BE49-F238E27FC236}">
                    <a16:creationId xmlns:a16="http://schemas.microsoft.com/office/drawing/2014/main" id="{F8183422-C351-4730-A2A0-A6E59DA97C9B}"/>
                  </a:ext>
                </a:extLst>
              </p:cNvPr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66" name="Google Shape;4407;p59">
            <a:extLst>
              <a:ext uri="{FF2B5EF4-FFF2-40B4-BE49-F238E27FC236}">
                <a16:creationId xmlns:a16="http://schemas.microsoft.com/office/drawing/2014/main" id="{3FBD9EE4-A6D5-4750-BE5A-B943F1092637}"/>
              </a:ext>
            </a:extLst>
          </p:cNvPr>
          <p:cNvGrpSpPr/>
          <p:nvPr/>
        </p:nvGrpSpPr>
        <p:grpSpPr>
          <a:xfrm>
            <a:off x="9829854" y="5269645"/>
            <a:ext cx="273039" cy="307829"/>
            <a:chOff x="3299850" y="238575"/>
            <a:chExt cx="427725" cy="482225"/>
          </a:xfrm>
        </p:grpSpPr>
        <p:sp>
          <p:nvSpPr>
            <p:cNvPr id="67" name="Google Shape;4408;p59">
              <a:extLst>
                <a:ext uri="{FF2B5EF4-FFF2-40B4-BE49-F238E27FC236}">
                  <a16:creationId xmlns:a16="http://schemas.microsoft.com/office/drawing/2014/main" id="{48B54AD1-985C-442E-89C7-DFA16916043C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68" name="Google Shape;4409;p59">
              <a:extLst>
                <a:ext uri="{FF2B5EF4-FFF2-40B4-BE49-F238E27FC236}">
                  <a16:creationId xmlns:a16="http://schemas.microsoft.com/office/drawing/2014/main" id="{568432E3-116A-4ACD-B5B5-FDE5763D5A2E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69" name="Google Shape;4410;p59">
              <a:extLst>
                <a:ext uri="{FF2B5EF4-FFF2-40B4-BE49-F238E27FC236}">
                  <a16:creationId xmlns:a16="http://schemas.microsoft.com/office/drawing/2014/main" id="{660D0422-48AE-456D-8EC0-5FB45962C7A6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70" name="Google Shape;4411;p59">
              <a:extLst>
                <a:ext uri="{FF2B5EF4-FFF2-40B4-BE49-F238E27FC236}">
                  <a16:creationId xmlns:a16="http://schemas.microsoft.com/office/drawing/2014/main" id="{AF79EF51-4C65-45BD-80A2-39B04B6780AE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71" name="Google Shape;4412;p59">
              <a:extLst>
                <a:ext uri="{FF2B5EF4-FFF2-40B4-BE49-F238E27FC236}">
                  <a16:creationId xmlns:a16="http://schemas.microsoft.com/office/drawing/2014/main" id="{F2C9D413-2920-4747-9D0C-DA26FE367A69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FA0A71BF-69A2-4522-91FE-F5FB698E9C77}"/>
              </a:ext>
            </a:extLst>
          </p:cNvPr>
          <p:cNvGrpSpPr/>
          <p:nvPr/>
        </p:nvGrpSpPr>
        <p:grpSpPr>
          <a:xfrm>
            <a:off x="3738871" y="792150"/>
            <a:ext cx="959691" cy="959691"/>
            <a:chOff x="3138803" y="374584"/>
            <a:chExt cx="959691" cy="959691"/>
          </a:xfrm>
        </p:grpSpPr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27519CCD-DBF1-438F-8019-FED1D21A3C53}"/>
                </a:ext>
              </a:extLst>
            </p:cNvPr>
            <p:cNvSpPr/>
            <p:nvPr/>
          </p:nvSpPr>
          <p:spPr>
            <a:xfrm>
              <a:off x="3138803" y="374584"/>
              <a:ext cx="959691" cy="95969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Google Shape;4448;p59">
              <a:extLst>
                <a:ext uri="{FF2B5EF4-FFF2-40B4-BE49-F238E27FC236}">
                  <a16:creationId xmlns:a16="http://schemas.microsoft.com/office/drawing/2014/main" id="{E2D4CE59-76EB-4B2B-ACA3-1706BD66BB67}"/>
                </a:ext>
              </a:extLst>
            </p:cNvPr>
            <p:cNvSpPr/>
            <p:nvPr/>
          </p:nvSpPr>
          <p:spPr>
            <a:xfrm>
              <a:off x="3375380" y="612088"/>
              <a:ext cx="486537" cy="484683"/>
            </a:xfrm>
            <a:custGeom>
              <a:avLst/>
              <a:gdLst/>
              <a:ahLst/>
              <a:cxnLst/>
              <a:rect l="l" t="t" r="r" b="b"/>
              <a:pathLst>
                <a:path w="19401" h="19327" extrusionOk="0">
                  <a:moveTo>
                    <a:pt x="14796" y="1700"/>
                  </a:moveTo>
                  <a:lnTo>
                    <a:pt x="17815" y="3965"/>
                  </a:lnTo>
                  <a:lnTo>
                    <a:pt x="14796" y="6229"/>
                  </a:lnTo>
                  <a:lnTo>
                    <a:pt x="14796" y="5097"/>
                  </a:lnTo>
                  <a:cubicBezTo>
                    <a:pt x="14796" y="4783"/>
                    <a:pt x="14542" y="4529"/>
                    <a:pt x="14231" y="4529"/>
                  </a:cubicBezTo>
                  <a:lnTo>
                    <a:pt x="10795" y="4529"/>
                  </a:lnTo>
                  <a:cubicBezTo>
                    <a:pt x="9807" y="4529"/>
                    <a:pt x="8893" y="5046"/>
                    <a:pt x="8379" y="5888"/>
                  </a:cubicBezTo>
                  <a:cubicBezTo>
                    <a:pt x="8177" y="5547"/>
                    <a:pt x="7932" y="5230"/>
                    <a:pt x="7658" y="4946"/>
                  </a:cubicBezTo>
                  <a:cubicBezTo>
                    <a:pt x="8409" y="3974"/>
                    <a:pt x="9566" y="3403"/>
                    <a:pt x="10795" y="3397"/>
                  </a:cubicBezTo>
                  <a:lnTo>
                    <a:pt x="14231" y="3397"/>
                  </a:lnTo>
                  <a:cubicBezTo>
                    <a:pt x="14542" y="3397"/>
                    <a:pt x="14796" y="3143"/>
                    <a:pt x="14796" y="2832"/>
                  </a:cubicBezTo>
                  <a:lnTo>
                    <a:pt x="14796" y="1700"/>
                  </a:lnTo>
                  <a:close/>
                  <a:moveTo>
                    <a:pt x="5807" y="13011"/>
                  </a:moveTo>
                  <a:cubicBezTo>
                    <a:pt x="5888" y="13398"/>
                    <a:pt x="6015" y="13778"/>
                    <a:pt x="6184" y="14137"/>
                  </a:cubicBezTo>
                  <a:cubicBezTo>
                    <a:pt x="5538" y="14566"/>
                    <a:pt x="4777" y="14796"/>
                    <a:pt x="4001" y="14796"/>
                  </a:cubicBezTo>
                  <a:lnTo>
                    <a:pt x="1700" y="14796"/>
                  </a:lnTo>
                  <a:cubicBezTo>
                    <a:pt x="1386" y="14796"/>
                    <a:pt x="1133" y="14542"/>
                    <a:pt x="1133" y="14231"/>
                  </a:cubicBezTo>
                  <a:cubicBezTo>
                    <a:pt x="1133" y="13917"/>
                    <a:pt x="1386" y="13663"/>
                    <a:pt x="1700" y="13663"/>
                  </a:cubicBezTo>
                  <a:lnTo>
                    <a:pt x="4001" y="13663"/>
                  </a:lnTo>
                  <a:cubicBezTo>
                    <a:pt x="4662" y="13663"/>
                    <a:pt x="5299" y="13434"/>
                    <a:pt x="5807" y="13011"/>
                  </a:cubicBezTo>
                  <a:close/>
                  <a:moveTo>
                    <a:pt x="4001" y="4529"/>
                  </a:moveTo>
                  <a:cubicBezTo>
                    <a:pt x="6190" y="4532"/>
                    <a:pt x="7963" y="6305"/>
                    <a:pt x="7966" y="8494"/>
                  </a:cubicBezTo>
                  <a:lnTo>
                    <a:pt x="7966" y="11966"/>
                  </a:lnTo>
                  <a:cubicBezTo>
                    <a:pt x="7966" y="13527"/>
                    <a:pt x="9231" y="14792"/>
                    <a:pt x="10795" y="14796"/>
                  </a:cubicBezTo>
                  <a:lnTo>
                    <a:pt x="14231" y="14796"/>
                  </a:lnTo>
                  <a:cubicBezTo>
                    <a:pt x="14542" y="14796"/>
                    <a:pt x="14796" y="14542"/>
                    <a:pt x="14796" y="14231"/>
                  </a:cubicBezTo>
                  <a:lnTo>
                    <a:pt x="14796" y="13099"/>
                  </a:lnTo>
                  <a:lnTo>
                    <a:pt x="17815" y="15363"/>
                  </a:lnTo>
                  <a:lnTo>
                    <a:pt x="14796" y="17628"/>
                  </a:lnTo>
                  <a:lnTo>
                    <a:pt x="14796" y="16495"/>
                  </a:lnTo>
                  <a:cubicBezTo>
                    <a:pt x="14796" y="16181"/>
                    <a:pt x="14542" y="15928"/>
                    <a:pt x="14231" y="15928"/>
                  </a:cubicBezTo>
                  <a:lnTo>
                    <a:pt x="10795" y="15928"/>
                  </a:lnTo>
                  <a:cubicBezTo>
                    <a:pt x="8606" y="15925"/>
                    <a:pt x="6833" y="14152"/>
                    <a:pt x="6833" y="11966"/>
                  </a:cubicBezTo>
                  <a:lnTo>
                    <a:pt x="6833" y="8494"/>
                  </a:lnTo>
                  <a:cubicBezTo>
                    <a:pt x="6830" y="6930"/>
                    <a:pt x="5565" y="5665"/>
                    <a:pt x="4001" y="5662"/>
                  </a:cubicBezTo>
                  <a:lnTo>
                    <a:pt x="1700" y="5662"/>
                  </a:lnTo>
                  <a:cubicBezTo>
                    <a:pt x="1386" y="5662"/>
                    <a:pt x="1133" y="5408"/>
                    <a:pt x="1133" y="5097"/>
                  </a:cubicBezTo>
                  <a:cubicBezTo>
                    <a:pt x="1133" y="4783"/>
                    <a:pt x="1386" y="4529"/>
                    <a:pt x="1700" y="4529"/>
                  </a:cubicBezTo>
                  <a:close/>
                  <a:moveTo>
                    <a:pt x="14230" y="0"/>
                  </a:moveTo>
                  <a:cubicBezTo>
                    <a:pt x="13937" y="0"/>
                    <a:pt x="13663" y="232"/>
                    <a:pt x="13663" y="568"/>
                  </a:cubicBezTo>
                  <a:lnTo>
                    <a:pt x="13663" y="2265"/>
                  </a:lnTo>
                  <a:lnTo>
                    <a:pt x="10795" y="2265"/>
                  </a:lnTo>
                  <a:cubicBezTo>
                    <a:pt x="9228" y="2265"/>
                    <a:pt x="7745" y="2989"/>
                    <a:pt x="6782" y="4224"/>
                  </a:cubicBezTo>
                  <a:cubicBezTo>
                    <a:pt x="5955" y="3684"/>
                    <a:pt x="4988" y="3397"/>
                    <a:pt x="4001" y="3397"/>
                  </a:cubicBezTo>
                  <a:lnTo>
                    <a:pt x="1700" y="3397"/>
                  </a:lnTo>
                  <a:cubicBezTo>
                    <a:pt x="761" y="3397"/>
                    <a:pt x="0" y="4158"/>
                    <a:pt x="0" y="5097"/>
                  </a:cubicBezTo>
                  <a:cubicBezTo>
                    <a:pt x="0" y="6033"/>
                    <a:pt x="761" y="6794"/>
                    <a:pt x="1700" y="6794"/>
                  </a:cubicBezTo>
                  <a:lnTo>
                    <a:pt x="4001" y="6794"/>
                  </a:lnTo>
                  <a:cubicBezTo>
                    <a:pt x="4940" y="6794"/>
                    <a:pt x="5698" y="7555"/>
                    <a:pt x="5701" y="8494"/>
                  </a:cubicBezTo>
                  <a:lnTo>
                    <a:pt x="5701" y="10834"/>
                  </a:lnTo>
                  <a:cubicBezTo>
                    <a:pt x="5698" y="11770"/>
                    <a:pt x="4940" y="12531"/>
                    <a:pt x="4001" y="12531"/>
                  </a:cubicBezTo>
                  <a:lnTo>
                    <a:pt x="1700" y="12531"/>
                  </a:lnTo>
                  <a:cubicBezTo>
                    <a:pt x="761" y="12531"/>
                    <a:pt x="0" y="13292"/>
                    <a:pt x="0" y="14231"/>
                  </a:cubicBezTo>
                  <a:cubicBezTo>
                    <a:pt x="0" y="15167"/>
                    <a:pt x="761" y="15928"/>
                    <a:pt x="1700" y="15928"/>
                  </a:cubicBezTo>
                  <a:lnTo>
                    <a:pt x="4001" y="15928"/>
                  </a:lnTo>
                  <a:cubicBezTo>
                    <a:pt x="4988" y="15928"/>
                    <a:pt x="5955" y="15641"/>
                    <a:pt x="6782" y="15100"/>
                  </a:cubicBezTo>
                  <a:cubicBezTo>
                    <a:pt x="7745" y="16338"/>
                    <a:pt x="9228" y="17060"/>
                    <a:pt x="10795" y="17060"/>
                  </a:cubicBezTo>
                  <a:lnTo>
                    <a:pt x="13663" y="17060"/>
                  </a:lnTo>
                  <a:lnTo>
                    <a:pt x="13663" y="18760"/>
                  </a:lnTo>
                  <a:cubicBezTo>
                    <a:pt x="13663" y="19095"/>
                    <a:pt x="13938" y="19326"/>
                    <a:pt x="14232" y="19326"/>
                  </a:cubicBezTo>
                  <a:cubicBezTo>
                    <a:pt x="14347" y="19326"/>
                    <a:pt x="14464" y="19291"/>
                    <a:pt x="14569" y="19213"/>
                  </a:cubicBezTo>
                  <a:lnTo>
                    <a:pt x="19098" y="15816"/>
                  </a:lnTo>
                  <a:cubicBezTo>
                    <a:pt x="19400" y="15590"/>
                    <a:pt x="19400" y="15134"/>
                    <a:pt x="19098" y="14910"/>
                  </a:cubicBezTo>
                  <a:lnTo>
                    <a:pt x="14569" y="11513"/>
                  </a:lnTo>
                  <a:cubicBezTo>
                    <a:pt x="14464" y="11434"/>
                    <a:pt x="14345" y="11398"/>
                    <a:pt x="14230" y="11398"/>
                  </a:cubicBezTo>
                  <a:cubicBezTo>
                    <a:pt x="13937" y="11398"/>
                    <a:pt x="13663" y="11630"/>
                    <a:pt x="13663" y="11966"/>
                  </a:cubicBezTo>
                  <a:lnTo>
                    <a:pt x="13663" y="13663"/>
                  </a:lnTo>
                  <a:lnTo>
                    <a:pt x="10795" y="13663"/>
                  </a:lnTo>
                  <a:cubicBezTo>
                    <a:pt x="9856" y="13663"/>
                    <a:pt x="9098" y="12902"/>
                    <a:pt x="9098" y="11966"/>
                  </a:cubicBezTo>
                  <a:lnTo>
                    <a:pt x="9098" y="7362"/>
                  </a:lnTo>
                  <a:cubicBezTo>
                    <a:pt x="9098" y="6423"/>
                    <a:pt x="9856" y="5662"/>
                    <a:pt x="10795" y="5662"/>
                  </a:cubicBezTo>
                  <a:lnTo>
                    <a:pt x="13663" y="5662"/>
                  </a:lnTo>
                  <a:lnTo>
                    <a:pt x="13663" y="7362"/>
                  </a:lnTo>
                  <a:cubicBezTo>
                    <a:pt x="13663" y="7576"/>
                    <a:pt x="13784" y="7769"/>
                    <a:pt x="13977" y="7866"/>
                  </a:cubicBezTo>
                  <a:cubicBezTo>
                    <a:pt x="14057" y="7906"/>
                    <a:pt x="14144" y="7926"/>
                    <a:pt x="14230" y="7926"/>
                  </a:cubicBezTo>
                  <a:cubicBezTo>
                    <a:pt x="14350" y="7926"/>
                    <a:pt x="14469" y="7888"/>
                    <a:pt x="14569" y="7815"/>
                  </a:cubicBezTo>
                  <a:lnTo>
                    <a:pt x="19098" y="4418"/>
                  </a:lnTo>
                  <a:cubicBezTo>
                    <a:pt x="19400" y="4191"/>
                    <a:pt x="19400" y="3735"/>
                    <a:pt x="19098" y="3512"/>
                  </a:cubicBezTo>
                  <a:lnTo>
                    <a:pt x="14569" y="115"/>
                  </a:lnTo>
                  <a:cubicBezTo>
                    <a:pt x="14464" y="36"/>
                    <a:pt x="14345" y="0"/>
                    <a:pt x="1423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E09853E7-4951-4983-9D7A-E0507E160F55}"/>
              </a:ext>
            </a:extLst>
          </p:cNvPr>
          <p:cNvGrpSpPr/>
          <p:nvPr/>
        </p:nvGrpSpPr>
        <p:grpSpPr>
          <a:xfrm>
            <a:off x="7350349" y="784427"/>
            <a:ext cx="959691" cy="959691"/>
            <a:chOff x="5886531" y="455182"/>
            <a:chExt cx="959691" cy="959691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D90BA6A4-1227-44F0-A0EA-99764EEB360F}"/>
                </a:ext>
              </a:extLst>
            </p:cNvPr>
            <p:cNvSpPr/>
            <p:nvPr/>
          </p:nvSpPr>
          <p:spPr>
            <a:xfrm>
              <a:off x="5886531" y="455182"/>
              <a:ext cx="959691" cy="959691"/>
            </a:xfrm>
            <a:prstGeom prst="ellipse">
              <a:avLst/>
            </a:prstGeom>
            <a:solidFill>
              <a:srgbClr val="398C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78" name="Google Shape;4413;p59">
              <a:extLst>
                <a:ext uri="{FF2B5EF4-FFF2-40B4-BE49-F238E27FC236}">
                  <a16:creationId xmlns:a16="http://schemas.microsoft.com/office/drawing/2014/main" id="{1425B9AD-444A-47EB-AA63-280825EFE6A1}"/>
                </a:ext>
              </a:extLst>
            </p:cNvPr>
            <p:cNvGrpSpPr/>
            <p:nvPr/>
          </p:nvGrpSpPr>
          <p:grpSpPr>
            <a:xfrm>
              <a:off x="6115256" y="692661"/>
              <a:ext cx="502241" cy="484733"/>
              <a:chOff x="3857225" y="238125"/>
              <a:chExt cx="500575" cy="483125"/>
            </a:xfrm>
            <a:solidFill>
              <a:schemeClr val="bg1"/>
            </a:solidFill>
          </p:grpSpPr>
          <p:sp>
            <p:nvSpPr>
              <p:cNvPr id="79" name="Google Shape;4414;p59">
                <a:extLst>
                  <a:ext uri="{FF2B5EF4-FFF2-40B4-BE49-F238E27FC236}">
                    <a16:creationId xmlns:a16="http://schemas.microsoft.com/office/drawing/2014/main" id="{BF61489E-C6EF-4281-BEA6-A085B5F52827}"/>
                  </a:ext>
                </a:extLst>
              </p:cNvPr>
              <p:cNvSpPr/>
              <p:nvPr/>
            </p:nvSpPr>
            <p:spPr>
              <a:xfrm>
                <a:off x="3857225" y="238125"/>
                <a:ext cx="500575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20023" h="19325" extrusionOk="0">
                    <a:moveTo>
                      <a:pt x="15671" y="3398"/>
                    </a:moveTo>
                    <a:cubicBezTo>
                      <a:pt x="15707" y="3398"/>
                      <a:pt x="15744" y="3402"/>
                      <a:pt x="15780" y="3409"/>
                    </a:cubicBezTo>
                    <a:lnTo>
                      <a:pt x="15801" y="3415"/>
                    </a:lnTo>
                    <a:cubicBezTo>
                      <a:pt x="15814" y="3415"/>
                      <a:pt x="15823" y="3418"/>
                      <a:pt x="15835" y="3421"/>
                    </a:cubicBezTo>
                    <a:cubicBezTo>
                      <a:pt x="15844" y="3424"/>
                      <a:pt x="15856" y="3430"/>
                      <a:pt x="15868" y="3433"/>
                    </a:cubicBezTo>
                    <a:lnTo>
                      <a:pt x="15886" y="3439"/>
                    </a:lnTo>
                    <a:cubicBezTo>
                      <a:pt x="15892" y="3442"/>
                      <a:pt x="15898" y="3445"/>
                      <a:pt x="15904" y="3448"/>
                    </a:cubicBezTo>
                    <a:cubicBezTo>
                      <a:pt x="15922" y="3457"/>
                      <a:pt x="15943" y="3466"/>
                      <a:pt x="15964" y="3478"/>
                    </a:cubicBezTo>
                    <a:cubicBezTo>
                      <a:pt x="15986" y="3494"/>
                      <a:pt x="16010" y="3509"/>
                      <a:pt x="16031" y="3524"/>
                    </a:cubicBezTo>
                    <a:cubicBezTo>
                      <a:pt x="16046" y="3536"/>
                      <a:pt x="16058" y="3551"/>
                      <a:pt x="16073" y="3563"/>
                    </a:cubicBezTo>
                    <a:cubicBezTo>
                      <a:pt x="16085" y="3575"/>
                      <a:pt x="16100" y="3590"/>
                      <a:pt x="16112" y="3605"/>
                    </a:cubicBezTo>
                    <a:cubicBezTo>
                      <a:pt x="16294" y="3829"/>
                      <a:pt x="16279" y="4158"/>
                      <a:pt x="16073" y="4363"/>
                    </a:cubicBezTo>
                    <a:lnTo>
                      <a:pt x="13054" y="7383"/>
                    </a:lnTo>
                    <a:cubicBezTo>
                      <a:pt x="12939" y="7232"/>
                      <a:pt x="12815" y="7090"/>
                      <a:pt x="12682" y="6954"/>
                    </a:cubicBezTo>
                    <a:cubicBezTo>
                      <a:pt x="12546" y="6821"/>
                      <a:pt x="12405" y="6697"/>
                      <a:pt x="12254" y="6582"/>
                    </a:cubicBezTo>
                    <a:lnTo>
                      <a:pt x="15273" y="3563"/>
                    </a:lnTo>
                    <a:cubicBezTo>
                      <a:pt x="15380" y="3456"/>
                      <a:pt x="15523" y="3398"/>
                      <a:pt x="15671" y="3398"/>
                    </a:cubicBezTo>
                    <a:close/>
                    <a:moveTo>
                      <a:pt x="9887" y="9183"/>
                    </a:moveTo>
                    <a:cubicBezTo>
                      <a:pt x="10031" y="9183"/>
                      <a:pt x="10176" y="9238"/>
                      <a:pt x="10288" y="9348"/>
                    </a:cubicBezTo>
                    <a:cubicBezTo>
                      <a:pt x="10511" y="9575"/>
                      <a:pt x="10508" y="9937"/>
                      <a:pt x="10279" y="10157"/>
                    </a:cubicBezTo>
                    <a:cubicBezTo>
                      <a:pt x="10169" y="10268"/>
                      <a:pt x="10024" y="10323"/>
                      <a:pt x="9879" y="10323"/>
                    </a:cubicBezTo>
                    <a:cubicBezTo>
                      <a:pt x="9734" y="10323"/>
                      <a:pt x="9589" y="10268"/>
                      <a:pt x="9479" y="10157"/>
                    </a:cubicBezTo>
                    <a:cubicBezTo>
                      <a:pt x="9258" y="9937"/>
                      <a:pt x="9258" y="9578"/>
                      <a:pt x="9479" y="9357"/>
                    </a:cubicBezTo>
                    <a:cubicBezTo>
                      <a:pt x="9590" y="9241"/>
                      <a:pt x="9739" y="9183"/>
                      <a:pt x="9887" y="9183"/>
                    </a:cubicBezTo>
                    <a:close/>
                    <a:moveTo>
                      <a:pt x="15746" y="1062"/>
                    </a:moveTo>
                    <a:cubicBezTo>
                      <a:pt x="16469" y="1062"/>
                      <a:pt x="17193" y="1337"/>
                      <a:pt x="17746" y="1890"/>
                    </a:cubicBezTo>
                    <a:cubicBezTo>
                      <a:pt x="18878" y="3022"/>
                      <a:pt x="18845" y="4870"/>
                      <a:pt x="17673" y="5963"/>
                    </a:cubicBezTo>
                    <a:lnTo>
                      <a:pt x="11879" y="11758"/>
                    </a:lnTo>
                    <a:cubicBezTo>
                      <a:pt x="11337" y="12300"/>
                      <a:pt x="10612" y="12586"/>
                      <a:pt x="9878" y="12586"/>
                    </a:cubicBezTo>
                    <a:cubicBezTo>
                      <a:pt x="9472" y="12586"/>
                      <a:pt x="9062" y="12499"/>
                      <a:pt x="8679" y="12319"/>
                    </a:cubicBezTo>
                    <a:lnTo>
                      <a:pt x="8663" y="12313"/>
                    </a:lnTo>
                    <a:cubicBezTo>
                      <a:pt x="8198" y="12093"/>
                      <a:pt x="7803" y="11746"/>
                      <a:pt x="7516" y="11317"/>
                    </a:cubicBezTo>
                    <a:lnTo>
                      <a:pt x="8346" y="10487"/>
                    </a:lnTo>
                    <a:cubicBezTo>
                      <a:pt x="8645" y="11113"/>
                      <a:pt x="9259" y="11453"/>
                      <a:pt x="9883" y="11453"/>
                    </a:cubicBezTo>
                    <a:cubicBezTo>
                      <a:pt x="10311" y="11453"/>
                      <a:pt x="10744" y="11293"/>
                      <a:pt x="11082" y="10955"/>
                    </a:cubicBezTo>
                    <a:lnTo>
                      <a:pt x="16873" y="5160"/>
                    </a:lnTo>
                    <a:cubicBezTo>
                      <a:pt x="17541" y="4514"/>
                      <a:pt x="17562" y="3448"/>
                      <a:pt x="16922" y="2775"/>
                    </a:cubicBezTo>
                    <a:cubicBezTo>
                      <a:pt x="16588" y="2423"/>
                      <a:pt x="16140" y="2245"/>
                      <a:pt x="15690" y="2245"/>
                    </a:cubicBezTo>
                    <a:cubicBezTo>
                      <a:pt x="15275" y="2245"/>
                      <a:pt x="14860" y="2395"/>
                      <a:pt x="14533" y="2699"/>
                    </a:cubicBezTo>
                    <a:cubicBezTo>
                      <a:pt x="14512" y="2718"/>
                      <a:pt x="14491" y="2739"/>
                      <a:pt x="14470" y="2760"/>
                    </a:cubicBezTo>
                    <a:lnTo>
                      <a:pt x="11212" y="6021"/>
                    </a:lnTo>
                    <a:cubicBezTo>
                      <a:pt x="10783" y="5867"/>
                      <a:pt x="10333" y="5791"/>
                      <a:pt x="9877" y="5791"/>
                    </a:cubicBezTo>
                    <a:lnTo>
                      <a:pt x="9838" y="5791"/>
                    </a:lnTo>
                    <a:lnTo>
                      <a:pt x="13673" y="1963"/>
                    </a:lnTo>
                    <a:cubicBezTo>
                      <a:pt x="14232" y="1363"/>
                      <a:pt x="14988" y="1062"/>
                      <a:pt x="15746" y="1062"/>
                    </a:cubicBezTo>
                    <a:close/>
                    <a:moveTo>
                      <a:pt x="6707" y="12129"/>
                    </a:moveTo>
                    <a:cubicBezTo>
                      <a:pt x="6819" y="12283"/>
                      <a:pt x="6942" y="12425"/>
                      <a:pt x="7078" y="12558"/>
                    </a:cubicBezTo>
                    <a:cubicBezTo>
                      <a:pt x="7211" y="12694"/>
                      <a:pt x="7353" y="12818"/>
                      <a:pt x="7507" y="12932"/>
                    </a:cubicBezTo>
                    <a:lnTo>
                      <a:pt x="4675" y="15762"/>
                    </a:lnTo>
                    <a:cubicBezTo>
                      <a:pt x="4565" y="15872"/>
                      <a:pt x="4420" y="15927"/>
                      <a:pt x="4275" y="15927"/>
                    </a:cubicBezTo>
                    <a:cubicBezTo>
                      <a:pt x="4130" y="15927"/>
                      <a:pt x="3985" y="15872"/>
                      <a:pt x="3875" y="15762"/>
                    </a:cubicBezTo>
                    <a:cubicBezTo>
                      <a:pt x="3654" y="15541"/>
                      <a:pt x="3654" y="15182"/>
                      <a:pt x="3875" y="14961"/>
                    </a:cubicBezTo>
                    <a:lnTo>
                      <a:pt x="6707" y="12129"/>
                    </a:lnTo>
                    <a:close/>
                    <a:moveTo>
                      <a:pt x="9884" y="6926"/>
                    </a:moveTo>
                    <a:cubicBezTo>
                      <a:pt x="10290" y="6926"/>
                      <a:pt x="10698" y="7013"/>
                      <a:pt x="11082" y="7192"/>
                    </a:cubicBezTo>
                    <a:lnTo>
                      <a:pt x="11094" y="7198"/>
                    </a:lnTo>
                    <a:cubicBezTo>
                      <a:pt x="11562" y="7422"/>
                      <a:pt x="11958" y="7766"/>
                      <a:pt x="12242" y="8198"/>
                    </a:cubicBezTo>
                    <a:lnTo>
                      <a:pt x="11411" y="9028"/>
                    </a:lnTo>
                    <a:cubicBezTo>
                      <a:pt x="11112" y="8400"/>
                      <a:pt x="10499" y="8061"/>
                      <a:pt x="9877" y="8061"/>
                    </a:cubicBezTo>
                    <a:cubicBezTo>
                      <a:pt x="9448" y="8061"/>
                      <a:pt x="9016" y="8222"/>
                      <a:pt x="8679" y="8560"/>
                    </a:cubicBezTo>
                    <a:lnTo>
                      <a:pt x="3074" y="14161"/>
                    </a:lnTo>
                    <a:cubicBezTo>
                      <a:pt x="2410" y="14822"/>
                      <a:pt x="2410" y="15900"/>
                      <a:pt x="3074" y="16562"/>
                    </a:cubicBezTo>
                    <a:cubicBezTo>
                      <a:pt x="3405" y="16894"/>
                      <a:pt x="3840" y="17060"/>
                      <a:pt x="4275" y="17060"/>
                    </a:cubicBezTo>
                    <a:cubicBezTo>
                      <a:pt x="4710" y="17060"/>
                      <a:pt x="5144" y="16894"/>
                      <a:pt x="5475" y="16562"/>
                    </a:cubicBezTo>
                    <a:lnTo>
                      <a:pt x="8546" y="13491"/>
                    </a:lnTo>
                    <a:cubicBezTo>
                      <a:pt x="8974" y="13642"/>
                      <a:pt x="9424" y="13720"/>
                      <a:pt x="9880" y="13720"/>
                    </a:cubicBezTo>
                    <a:lnTo>
                      <a:pt x="9920" y="13720"/>
                    </a:lnTo>
                    <a:lnTo>
                      <a:pt x="6275" y="17362"/>
                    </a:lnTo>
                    <a:cubicBezTo>
                      <a:pt x="5716" y="17961"/>
                      <a:pt x="4960" y="18262"/>
                      <a:pt x="4202" y="18262"/>
                    </a:cubicBezTo>
                    <a:cubicBezTo>
                      <a:pt x="3479" y="18262"/>
                      <a:pt x="2755" y="17987"/>
                      <a:pt x="2202" y="17434"/>
                    </a:cubicBezTo>
                    <a:cubicBezTo>
                      <a:pt x="1070" y="16302"/>
                      <a:pt x="1103" y="14454"/>
                      <a:pt x="2274" y="13361"/>
                    </a:cubicBezTo>
                    <a:lnTo>
                      <a:pt x="7878" y="7757"/>
                    </a:lnTo>
                    <a:cubicBezTo>
                      <a:pt x="8422" y="7214"/>
                      <a:pt x="9147" y="6926"/>
                      <a:pt x="9884" y="6926"/>
                    </a:cubicBezTo>
                    <a:close/>
                    <a:moveTo>
                      <a:pt x="15673" y="1"/>
                    </a:moveTo>
                    <a:cubicBezTo>
                      <a:pt x="14659" y="1"/>
                      <a:pt x="13644" y="388"/>
                      <a:pt x="12870" y="1162"/>
                    </a:cubicBezTo>
                    <a:lnTo>
                      <a:pt x="7078" y="6957"/>
                    </a:lnTo>
                    <a:lnTo>
                      <a:pt x="1471" y="12561"/>
                    </a:lnTo>
                    <a:cubicBezTo>
                      <a:pt x="339" y="13693"/>
                      <a:pt x="1" y="15399"/>
                      <a:pt x="614" y="16879"/>
                    </a:cubicBezTo>
                    <a:cubicBezTo>
                      <a:pt x="1230" y="18358"/>
                      <a:pt x="2673" y="19324"/>
                      <a:pt x="4276" y="19324"/>
                    </a:cubicBezTo>
                    <a:cubicBezTo>
                      <a:pt x="4280" y="19325"/>
                      <a:pt x="4284" y="19325"/>
                      <a:pt x="4288" y="19325"/>
                    </a:cubicBezTo>
                    <a:cubicBezTo>
                      <a:pt x="5334" y="19325"/>
                      <a:pt x="6338" y="18908"/>
                      <a:pt x="7078" y="18165"/>
                    </a:cubicBezTo>
                    <a:lnTo>
                      <a:pt x="12682" y="12561"/>
                    </a:lnTo>
                    <a:lnTo>
                      <a:pt x="18477" y="6767"/>
                    </a:lnTo>
                    <a:cubicBezTo>
                      <a:pt x="20023" y="5221"/>
                      <a:pt x="20023" y="2711"/>
                      <a:pt x="18477" y="1162"/>
                    </a:cubicBezTo>
                    <a:cubicBezTo>
                      <a:pt x="17702" y="388"/>
                      <a:pt x="16688" y="1"/>
                      <a:pt x="156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0" name="Google Shape;4415;p59">
                <a:extLst>
                  <a:ext uri="{FF2B5EF4-FFF2-40B4-BE49-F238E27FC236}">
                    <a16:creationId xmlns:a16="http://schemas.microsoft.com/office/drawing/2014/main" id="{FBBCD481-279B-4CF7-91E6-60C56AF6CB95}"/>
                  </a:ext>
                </a:extLst>
              </p:cNvPr>
              <p:cNvSpPr/>
              <p:nvPr/>
            </p:nvSpPr>
            <p:spPr>
              <a:xfrm>
                <a:off x="4208775" y="588000"/>
                <a:ext cx="7112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2845" h="2734" extrusionOk="0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0" y="387"/>
                      <a:pt x="0" y="746"/>
                      <a:pt x="221" y="966"/>
                    </a:cubicBezTo>
                    <a:lnTo>
                      <a:pt x="1821" y="2567"/>
                    </a:lnTo>
                    <a:cubicBezTo>
                      <a:pt x="1933" y="2677"/>
                      <a:pt x="2079" y="2733"/>
                      <a:pt x="2224" y="2733"/>
                    </a:cubicBezTo>
                    <a:cubicBezTo>
                      <a:pt x="2368" y="2733"/>
                      <a:pt x="2513" y="2678"/>
                      <a:pt x="2624" y="2567"/>
                    </a:cubicBezTo>
                    <a:cubicBezTo>
                      <a:pt x="2845" y="2346"/>
                      <a:pt x="2845" y="1987"/>
                      <a:pt x="2624" y="1767"/>
                    </a:cubicBezTo>
                    <a:lnTo>
                      <a:pt x="1021" y="166"/>
                    </a:ln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1" name="Google Shape;4416;p59">
                <a:extLst>
                  <a:ext uri="{FF2B5EF4-FFF2-40B4-BE49-F238E27FC236}">
                    <a16:creationId xmlns:a16="http://schemas.microsoft.com/office/drawing/2014/main" id="{AC05F5CD-5AD1-4782-8F85-2A72B2FED0DB}"/>
                  </a:ext>
                </a:extLst>
              </p:cNvPr>
              <p:cNvSpPr/>
              <p:nvPr/>
            </p:nvSpPr>
            <p:spPr>
              <a:xfrm>
                <a:off x="4228400" y="527925"/>
                <a:ext cx="91050" cy="48400"/>
              </a:xfrm>
              <a:custGeom>
                <a:avLst/>
                <a:gdLst/>
                <a:ahLst/>
                <a:cxnLst/>
                <a:rect l="l" t="t" r="r" b="b"/>
                <a:pathLst>
                  <a:path w="3642" h="1936" extrusionOk="0">
                    <a:moveTo>
                      <a:pt x="636" y="0"/>
                    </a:moveTo>
                    <a:cubicBezTo>
                      <a:pt x="400" y="0"/>
                      <a:pt x="180" y="150"/>
                      <a:pt x="100" y="389"/>
                    </a:cubicBezTo>
                    <a:cubicBezTo>
                      <a:pt x="0" y="685"/>
                      <a:pt x="160" y="1005"/>
                      <a:pt x="459" y="1105"/>
                    </a:cubicBezTo>
                    <a:lnTo>
                      <a:pt x="2860" y="1905"/>
                    </a:lnTo>
                    <a:cubicBezTo>
                      <a:pt x="2917" y="1923"/>
                      <a:pt x="2977" y="1935"/>
                      <a:pt x="3038" y="1935"/>
                    </a:cubicBezTo>
                    <a:cubicBezTo>
                      <a:pt x="3316" y="1932"/>
                      <a:pt x="3554" y="1733"/>
                      <a:pt x="3596" y="1458"/>
                    </a:cubicBezTo>
                    <a:cubicBezTo>
                      <a:pt x="3642" y="1183"/>
                      <a:pt x="3482" y="918"/>
                      <a:pt x="3219" y="830"/>
                    </a:cubicBezTo>
                    <a:lnTo>
                      <a:pt x="816" y="30"/>
                    </a:lnTo>
                    <a:cubicBezTo>
                      <a:pt x="756" y="10"/>
                      <a:pt x="695" y="0"/>
                      <a:pt x="6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2" name="Google Shape;4417;p59">
                <a:extLst>
                  <a:ext uri="{FF2B5EF4-FFF2-40B4-BE49-F238E27FC236}">
                    <a16:creationId xmlns:a16="http://schemas.microsoft.com/office/drawing/2014/main" id="{1E957D84-DE94-4511-8D08-AE19E160EC33}"/>
                  </a:ext>
                </a:extLst>
              </p:cNvPr>
              <p:cNvSpPr/>
              <p:nvPr/>
            </p:nvSpPr>
            <p:spPr>
              <a:xfrm>
                <a:off x="4148300" y="608000"/>
                <a:ext cx="52050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4" extrusionOk="0">
                    <a:moveTo>
                      <a:pt x="639" y="1"/>
                    </a:moveTo>
                    <a:cubicBezTo>
                      <a:pt x="580" y="1"/>
                      <a:pt x="519" y="10"/>
                      <a:pt x="460" y="31"/>
                    </a:cubicBezTo>
                    <a:cubicBezTo>
                      <a:pt x="161" y="127"/>
                      <a:pt x="1" y="450"/>
                      <a:pt x="100" y="746"/>
                    </a:cubicBezTo>
                    <a:lnTo>
                      <a:pt x="903" y="3150"/>
                    </a:lnTo>
                    <a:cubicBezTo>
                      <a:pt x="979" y="3390"/>
                      <a:pt x="1202" y="3544"/>
                      <a:pt x="1441" y="3544"/>
                    </a:cubicBezTo>
                    <a:cubicBezTo>
                      <a:pt x="1500" y="3544"/>
                      <a:pt x="1560" y="3535"/>
                      <a:pt x="1619" y="3515"/>
                    </a:cubicBezTo>
                    <a:cubicBezTo>
                      <a:pt x="1921" y="3415"/>
                      <a:pt x="2081" y="3089"/>
                      <a:pt x="1975" y="2790"/>
                    </a:cubicBezTo>
                    <a:lnTo>
                      <a:pt x="1175" y="390"/>
                    </a:lnTo>
                    <a:cubicBezTo>
                      <a:pt x="1096" y="151"/>
                      <a:pt x="875" y="1"/>
                      <a:pt x="63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3" name="Google Shape;4418;p59">
                <a:extLst>
                  <a:ext uri="{FF2B5EF4-FFF2-40B4-BE49-F238E27FC236}">
                    <a16:creationId xmlns:a16="http://schemas.microsoft.com/office/drawing/2014/main" id="{82B4CB4A-BBDB-45CD-A67D-B886179FF167}"/>
                  </a:ext>
                </a:extLst>
              </p:cNvPr>
              <p:cNvSpPr/>
              <p:nvPr/>
            </p:nvSpPr>
            <p:spPr>
              <a:xfrm>
                <a:off x="3928725" y="307900"/>
                <a:ext cx="71200" cy="68375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2735" extrusionOk="0">
                    <a:moveTo>
                      <a:pt x="620" y="1"/>
                    </a:moveTo>
                    <a:cubicBezTo>
                      <a:pt x="475" y="1"/>
                      <a:pt x="330" y="57"/>
                      <a:pt x="221" y="168"/>
                    </a:cubicBezTo>
                    <a:cubicBezTo>
                      <a:pt x="3" y="385"/>
                      <a:pt x="0" y="739"/>
                      <a:pt x="214" y="962"/>
                    </a:cubicBezTo>
                    <a:lnTo>
                      <a:pt x="1815" y="2562"/>
                    </a:lnTo>
                    <a:cubicBezTo>
                      <a:pt x="1926" y="2677"/>
                      <a:pt x="2074" y="2734"/>
                      <a:pt x="2222" y="2734"/>
                    </a:cubicBezTo>
                    <a:cubicBezTo>
                      <a:pt x="2367" y="2734"/>
                      <a:pt x="2512" y="2679"/>
                      <a:pt x="2624" y="2569"/>
                    </a:cubicBezTo>
                    <a:cubicBezTo>
                      <a:pt x="2847" y="2345"/>
                      <a:pt x="2844" y="1983"/>
                      <a:pt x="2615" y="1762"/>
                    </a:cubicBezTo>
                    <a:lnTo>
                      <a:pt x="1015" y="162"/>
                    </a:lnTo>
                    <a:cubicBezTo>
                      <a:pt x="904" y="54"/>
                      <a:pt x="762" y="1"/>
                      <a:pt x="62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4" name="Google Shape;4419;p59">
                <a:extLst>
                  <a:ext uri="{FF2B5EF4-FFF2-40B4-BE49-F238E27FC236}">
                    <a16:creationId xmlns:a16="http://schemas.microsoft.com/office/drawing/2014/main" id="{31D5CDA8-028B-4CF2-BD29-546DFBA67E37}"/>
                  </a:ext>
                </a:extLst>
              </p:cNvPr>
              <p:cNvSpPr/>
              <p:nvPr/>
            </p:nvSpPr>
            <p:spPr>
              <a:xfrm>
                <a:off x="4008200" y="267675"/>
                <a:ext cx="51875" cy="88450"/>
              </a:xfrm>
              <a:custGeom>
                <a:avLst/>
                <a:gdLst/>
                <a:ahLst/>
                <a:cxnLst/>
                <a:rect l="l" t="t" r="r" b="b"/>
                <a:pathLst>
                  <a:path w="2075" h="3538" extrusionOk="0">
                    <a:moveTo>
                      <a:pt x="636" y="1"/>
                    </a:moveTo>
                    <a:cubicBezTo>
                      <a:pt x="577" y="1"/>
                      <a:pt x="518" y="10"/>
                      <a:pt x="460" y="29"/>
                    </a:cubicBezTo>
                    <a:cubicBezTo>
                      <a:pt x="161" y="128"/>
                      <a:pt x="1" y="449"/>
                      <a:pt x="100" y="747"/>
                    </a:cubicBezTo>
                    <a:lnTo>
                      <a:pt x="900" y="3151"/>
                    </a:lnTo>
                    <a:cubicBezTo>
                      <a:pt x="979" y="3380"/>
                      <a:pt x="1193" y="3537"/>
                      <a:pt x="1438" y="3537"/>
                    </a:cubicBezTo>
                    <a:cubicBezTo>
                      <a:pt x="1498" y="3534"/>
                      <a:pt x="1559" y="3525"/>
                      <a:pt x="1619" y="3507"/>
                    </a:cubicBezTo>
                    <a:cubicBezTo>
                      <a:pt x="1915" y="3408"/>
                      <a:pt x="2075" y="3088"/>
                      <a:pt x="1975" y="2789"/>
                    </a:cubicBezTo>
                    <a:lnTo>
                      <a:pt x="1175" y="388"/>
                    </a:lnTo>
                    <a:cubicBezTo>
                      <a:pt x="1095" y="151"/>
                      <a:pt x="873" y="1"/>
                      <a:pt x="63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85" name="Google Shape;4420;p59">
                <a:extLst>
                  <a:ext uri="{FF2B5EF4-FFF2-40B4-BE49-F238E27FC236}">
                    <a16:creationId xmlns:a16="http://schemas.microsoft.com/office/drawing/2014/main" id="{FC00721C-AC4D-4BBA-9D8B-985079B12D21}"/>
                  </a:ext>
                </a:extLst>
              </p:cNvPr>
              <p:cNvSpPr/>
              <p:nvPr/>
            </p:nvSpPr>
            <p:spPr>
              <a:xfrm>
                <a:off x="3888100" y="387825"/>
                <a:ext cx="916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1932" extrusionOk="0">
                    <a:moveTo>
                      <a:pt x="636" y="0"/>
                    </a:moveTo>
                    <a:cubicBezTo>
                      <a:pt x="400" y="0"/>
                      <a:pt x="180" y="150"/>
                      <a:pt x="100" y="386"/>
                    </a:cubicBezTo>
                    <a:cubicBezTo>
                      <a:pt x="1" y="685"/>
                      <a:pt x="161" y="1005"/>
                      <a:pt x="460" y="1105"/>
                    </a:cubicBezTo>
                    <a:lnTo>
                      <a:pt x="2860" y="1905"/>
                    </a:lnTo>
                    <a:cubicBezTo>
                      <a:pt x="2917" y="1923"/>
                      <a:pt x="2975" y="1932"/>
                      <a:pt x="3032" y="1932"/>
                    </a:cubicBezTo>
                    <a:cubicBezTo>
                      <a:pt x="3270" y="1932"/>
                      <a:pt x="3492" y="1781"/>
                      <a:pt x="3570" y="1543"/>
                    </a:cubicBezTo>
                    <a:cubicBezTo>
                      <a:pt x="3666" y="1250"/>
                      <a:pt x="3512" y="933"/>
                      <a:pt x="3219" y="830"/>
                    </a:cubicBezTo>
                    <a:lnTo>
                      <a:pt x="816" y="30"/>
                    </a:lnTo>
                    <a:cubicBezTo>
                      <a:pt x="756" y="10"/>
                      <a:pt x="696" y="0"/>
                      <a:pt x="6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0185918E-2EB7-4876-BD97-096B8201A990}"/>
              </a:ext>
            </a:extLst>
          </p:cNvPr>
          <p:cNvGrpSpPr/>
          <p:nvPr/>
        </p:nvGrpSpPr>
        <p:grpSpPr>
          <a:xfrm>
            <a:off x="4684884" y="2829351"/>
            <a:ext cx="959691" cy="959691"/>
            <a:chOff x="8571790" y="527866"/>
            <a:chExt cx="959691" cy="95969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27FB2ADE-B2C3-4942-9821-ECEB3D539650}"/>
                </a:ext>
              </a:extLst>
            </p:cNvPr>
            <p:cNvSpPr/>
            <p:nvPr/>
          </p:nvSpPr>
          <p:spPr>
            <a:xfrm>
              <a:off x="8571790" y="527866"/>
              <a:ext cx="959691" cy="959691"/>
            </a:xfrm>
            <a:prstGeom prst="ellipse">
              <a:avLst/>
            </a:prstGeom>
            <a:solidFill>
              <a:srgbClr val="346A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6" name="Google Shape;8211;p68">
              <a:extLst>
                <a:ext uri="{FF2B5EF4-FFF2-40B4-BE49-F238E27FC236}">
                  <a16:creationId xmlns:a16="http://schemas.microsoft.com/office/drawing/2014/main" id="{7EE1A5D9-1E82-48CA-BAD8-18242182AAF0}"/>
                </a:ext>
              </a:extLst>
            </p:cNvPr>
            <p:cNvGrpSpPr/>
            <p:nvPr/>
          </p:nvGrpSpPr>
          <p:grpSpPr>
            <a:xfrm>
              <a:off x="8800513" y="759926"/>
              <a:ext cx="502245" cy="495570"/>
              <a:chOff x="-6713450" y="2397900"/>
              <a:chExt cx="295375" cy="291450"/>
            </a:xfrm>
            <a:solidFill>
              <a:schemeClr val="bg1"/>
            </a:solidFill>
          </p:grpSpPr>
          <p:sp>
            <p:nvSpPr>
              <p:cNvPr id="87" name="Google Shape;8212;p68">
                <a:extLst>
                  <a:ext uri="{FF2B5EF4-FFF2-40B4-BE49-F238E27FC236}">
                    <a16:creationId xmlns:a16="http://schemas.microsoft.com/office/drawing/2014/main" id="{2DA87764-18DF-4070-A19A-DB05A3649429}"/>
                  </a:ext>
                </a:extLst>
              </p:cNvPr>
              <p:cNvSpPr/>
              <p:nvPr/>
            </p:nvSpPr>
            <p:spPr>
              <a:xfrm>
                <a:off x="-6628400" y="2465650"/>
                <a:ext cx="69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694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79" y="693"/>
                    </a:cubicBezTo>
                    <a:lnTo>
                      <a:pt x="2427" y="693"/>
                    </a:lnTo>
                    <a:cubicBezTo>
                      <a:pt x="2616" y="693"/>
                      <a:pt x="2773" y="536"/>
                      <a:pt x="2773" y="347"/>
                    </a:cubicBezTo>
                    <a:cubicBezTo>
                      <a:pt x="2773" y="158"/>
                      <a:pt x="2616" y="0"/>
                      <a:pt x="2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88" name="Google Shape;8213;p68">
                <a:extLst>
                  <a:ext uri="{FF2B5EF4-FFF2-40B4-BE49-F238E27FC236}">
                    <a16:creationId xmlns:a16="http://schemas.microsoft.com/office/drawing/2014/main" id="{E12DED96-780A-4AAE-91CC-415731D6BD66}"/>
                  </a:ext>
                </a:extLst>
              </p:cNvPr>
              <p:cNvSpPr/>
              <p:nvPr/>
            </p:nvSpPr>
            <p:spPr>
              <a:xfrm>
                <a:off x="-6713450" y="2397900"/>
                <a:ext cx="29537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658" extrusionOk="0">
                    <a:moveTo>
                      <a:pt x="2048" y="1167"/>
                    </a:moveTo>
                    <a:lnTo>
                      <a:pt x="2048" y="2017"/>
                    </a:lnTo>
                    <a:lnTo>
                      <a:pt x="1166" y="2017"/>
                    </a:lnTo>
                    <a:lnTo>
                      <a:pt x="2048" y="1167"/>
                    </a:lnTo>
                    <a:close/>
                    <a:moveTo>
                      <a:pt x="10330" y="2773"/>
                    </a:moveTo>
                    <a:cubicBezTo>
                      <a:pt x="10507" y="2773"/>
                      <a:pt x="10680" y="2836"/>
                      <a:pt x="10806" y="2962"/>
                    </a:cubicBezTo>
                    <a:cubicBezTo>
                      <a:pt x="11058" y="3246"/>
                      <a:pt x="11058" y="3687"/>
                      <a:pt x="10775" y="3908"/>
                    </a:cubicBezTo>
                    <a:lnTo>
                      <a:pt x="10176" y="4506"/>
                    </a:lnTo>
                    <a:lnTo>
                      <a:pt x="9231" y="3561"/>
                    </a:lnTo>
                    <a:lnTo>
                      <a:pt x="9830" y="2962"/>
                    </a:lnTo>
                    <a:cubicBezTo>
                      <a:pt x="9972" y="2836"/>
                      <a:pt x="10153" y="2773"/>
                      <a:pt x="10330" y="2773"/>
                    </a:cubicBezTo>
                    <a:close/>
                    <a:moveTo>
                      <a:pt x="8727" y="4034"/>
                    </a:moveTo>
                    <a:lnTo>
                      <a:pt x="9672" y="4979"/>
                    </a:lnTo>
                    <a:cubicBezTo>
                      <a:pt x="8538" y="6207"/>
                      <a:pt x="7026" y="7688"/>
                      <a:pt x="5892" y="8854"/>
                    </a:cubicBezTo>
                    <a:lnTo>
                      <a:pt x="4915" y="7846"/>
                    </a:lnTo>
                    <a:lnTo>
                      <a:pt x="8727" y="4034"/>
                    </a:lnTo>
                    <a:close/>
                    <a:moveTo>
                      <a:pt x="4600" y="8539"/>
                    </a:moveTo>
                    <a:lnTo>
                      <a:pt x="5230" y="9169"/>
                    </a:lnTo>
                    <a:lnTo>
                      <a:pt x="4285" y="9421"/>
                    </a:lnTo>
                    <a:cubicBezTo>
                      <a:pt x="4348" y="9232"/>
                      <a:pt x="4505" y="8728"/>
                      <a:pt x="4600" y="8539"/>
                    </a:cubicBezTo>
                    <a:close/>
                    <a:moveTo>
                      <a:pt x="7908" y="694"/>
                    </a:moveTo>
                    <a:cubicBezTo>
                      <a:pt x="8097" y="694"/>
                      <a:pt x="8255" y="852"/>
                      <a:pt x="8255" y="1041"/>
                    </a:cubicBezTo>
                    <a:lnTo>
                      <a:pt x="8255" y="3592"/>
                    </a:lnTo>
                    <a:lnTo>
                      <a:pt x="7467" y="4380"/>
                    </a:lnTo>
                    <a:cubicBezTo>
                      <a:pt x="7435" y="4286"/>
                      <a:pt x="7309" y="4160"/>
                      <a:pt x="7152" y="4160"/>
                    </a:cubicBezTo>
                    <a:lnTo>
                      <a:pt x="1733" y="4160"/>
                    </a:lnTo>
                    <a:cubicBezTo>
                      <a:pt x="1512" y="4160"/>
                      <a:pt x="1386" y="4317"/>
                      <a:pt x="1386" y="4506"/>
                    </a:cubicBezTo>
                    <a:cubicBezTo>
                      <a:pt x="1386" y="4695"/>
                      <a:pt x="1512" y="4853"/>
                      <a:pt x="1733" y="4853"/>
                    </a:cubicBezTo>
                    <a:lnTo>
                      <a:pt x="6994" y="4853"/>
                    </a:lnTo>
                    <a:lnTo>
                      <a:pt x="6333" y="5546"/>
                    </a:lnTo>
                    <a:lnTo>
                      <a:pt x="1733" y="5546"/>
                    </a:lnTo>
                    <a:cubicBezTo>
                      <a:pt x="1512" y="5546"/>
                      <a:pt x="1355" y="5703"/>
                      <a:pt x="1355" y="5892"/>
                    </a:cubicBezTo>
                    <a:cubicBezTo>
                      <a:pt x="1355" y="6081"/>
                      <a:pt x="1512" y="6239"/>
                      <a:pt x="1733" y="6239"/>
                    </a:cubicBezTo>
                    <a:lnTo>
                      <a:pt x="5608" y="6239"/>
                    </a:lnTo>
                    <a:lnTo>
                      <a:pt x="4947" y="6901"/>
                    </a:lnTo>
                    <a:lnTo>
                      <a:pt x="1733" y="6901"/>
                    </a:lnTo>
                    <a:cubicBezTo>
                      <a:pt x="1512" y="6901"/>
                      <a:pt x="1355" y="7058"/>
                      <a:pt x="1355" y="7279"/>
                    </a:cubicBezTo>
                    <a:cubicBezTo>
                      <a:pt x="1355" y="7468"/>
                      <a:pt x="1512" y="7625"/>
                      <a:pt x="1733" y="7625"/>
                    </a:cubicBezTo>
                    <a:lnTo>
                      <a:pt x="4285" y="7625"/>
                    </a:lnTo>
                    <a:cubicBezTo>
                      <a:pt x="4190" y="7688"/>
                      <a:pt x="4159" y="7751"/>
                      <a:pt x="4127" y="7814"/>
                    </a:cubicBezTo>
                    <a:lnTo>
                      <a:pt x="3970" y="8287"/>
                    </a:lnTo>
                    <a:lnTo>
                      <a:pt x="1733" y="8287"/>
                    </a:lnTo>
                    <a:cubicBezTo>
                      <a:pt x="1512" y="8287"/>
                      <a:pt x="1355" y="8444"/>
                      <a:pt x="1355" y="8633"/>
                    </a:cubicBezTo>
                    <a:cubicBezTo>
                      <a:pt x="1355" y="8854"/>
                      <a:pt x="1512" y="9011"/>
                      <a:pt x="1733" y="9011"/>
                    </a:cubicBezTo>
                    <a:lnTo>
                      <a:pt x="3718" y="9011"/>
                    </a:lnTo>
                    <a:lnTo>
                      <a:pt x="3466" y="9893"/>
                    </a:lnTo>
                    <a:cubicBezTo>
                      <a:pt x="3385" y="10136"/>
                      <a:pt x="3557" y="10355"/>
                      <a:pt x="3766" y="10355"/>
                    </a:cubicBezTo>
                    <a:cubicBezTo>
                      <a:pt x="3802" y="10355"/>
                      <a:pt x="3839" y="10348"/>
                      <a:pt x="3875" y="10335"/>
                    </a:cubicBezTo>
                    <a:lnTo>
                      <a:pt x="6018" y="9704"/>
                    </a:lnTo>
                    <a:cubicBezTo>
                      <a:pt x="6049" y="9704"/>
                      <a:pt x="6144" y="9673"/>
                      <a:pt x="6175" y="9641"/>
                    </a:cubicBezTo>
                    <a:lnTo>
                      <a:pt x="8286" y="7499"/>
                    </a:lnTo>
                    <a:lnTo>
                      <a:pt x="8286" y="10681"/>
                    </a:lnTo>
                    <a:cubicBezTo>
                      <a:pt x="8255" y="10839"/>
                      <a:pt x="8097" y="10996"/>
                      <a:pt x="7908" y="10996"/>
                    </a:cubicBezTo>
                    <a:lnTo>
                      <a:pt x="1040" y="10996"/>
                    </a:lnTo>
                    <a:cubicBezTo>
                      <a:pt x="851" y="10996"/>
                      <a:pt x="693" y="10839"/>
                      <a:pt x="693" y="10650"/>
                    </a:cubicBezTo>
                    <a:lnTo>
                      <a:pt x="693" y="2742"/>
                    </a:lnTo>
                    <a:lnTo>
                      <a:pt x="2395" y="2742"/>
                    </a:lnTo>
                    <a:cubicBezTo>
                      <a:pt x="2584" y="2742"/>
                      <a:pt x="2741" y="2584"/>
                      <a:pt x="2741" y="2395"/>
                    </a:cubicBezTo>
                    <a:lnTo>
                      <a:pt x="2741" y="694"/>
                    </a:lnTo>
                    <a:close/>
                    <a:moveTo>
                      <a:pt x="2363" y="1"/>
                    </a:moveTo>
                    <a:cubicBezTo>
                      <a:pt x="2237" y="1"/>
                      <a:pt x="2143" y="64"/>
                      <a:pt x="2111" y="127"/>
                    </a:cubicBezTo>
                    <a:lnTo>
                      <a:pt x="158" y="2112"/>
                    </a:lnTo>
                    <a:cubicBezTo>
                      <a:pt x="63" y="2175"/>
                      <a:pt x="0" y="2269"/>
                      <a:pt x="0" y="2364"/>
                    </a:cubicBezTo>
                    <a:lnTo>
                      <a:pt x="0" y="10650"/>
                    </a:lnTo>
                    <a:cubicBezTo>
                      <a:pt x="0" y="11217"/>
                      <a:pt x="473" y="11658"/>
                      <a:pt x="1008" y="11658"/>
                    </a:cubicBezTo>
                    <a:lnTo>
                      <a:pt x="7908" y="11658"/>
                    </a:lnTo>
                    <a:cubicBezTo>
                      <a:pt x="8444" y="11658"/>
                      <a:pt x="8916" y="11217"/>
                      <a:pt x="8916" y="10650"/>
                    </a:cubicBezTo>
                    <a:lnTo>
                      <a:pt x="8916" y="6774"/>
                    </a:lnTo>
                    <a:lnTo>
                      <a:pt x="11279" y="4412"/>
                    </a:lnTo>
                    <a:cubicBezTo>
                      <a:pt x="11815" y="3876"/>
                      <a:pt x="11815" y="3025"/>
                      <a:pt x="11279" y="2490"/>
                    </a:cubicBezTo>
                    <a:cubicBezTo>
                      <a:pt x="11011" y="2222"/>
                      <a:pt x="10657" y="2088"/>
                      <a:pt x="10306" y="2088"/>
                    </a:cubicBezTo>
                    <a:cubicBezTo>
                      <a:pt x="9956" y="2088"/>
                      <a:pt x="9609" y="2222"/>
                      <a:pt x="9357" y="2490"/>
                    </a:cubicBezTo>
                    <a:lnTo>
                      <a:pt x="8916" y="2931"/>
                    </a:lnTo>
                    <a:lnTo>
                      <a:pt x="8916" y="1041"/>
                    </a:lnTo>
                    <a:cubicBezTo>
                      <a:pt x="8916" y="474"/>
                      <a:pt x="8444" y="1"/>
                      <a:pt x="79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82A9A324-838C-458A-9B6B-315924D59D1F}"/>
              </a:ext>
            </a:extLst>
          </p:cNvPr>
          <p:cNvGrpSpPr/>
          <p:nvPr/>
        </p:nvGrpSpPr>
        <p:grpSpPr>
          <a:xfrm>
            <a:off x="4181411" y="4686406"/>
            <a:ext cx="959691" cy="959691"/>
            <a:chOff x="780445" y="2277219"/>
            <a:chExt cx="959691" cy="959691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2378F692-96D1-4B8C-B4EE-7F477E20D1E0}"/>
                </a:ext>
              </a:extLst>
            </p:cNvPr>
            <p:cNvSpPr/>
            <p:nvPr/>
          </p:nvSpPr>
          <p:spPr>
            <a:xfrm>
              <a:off x="780445" y="2277219"/>
              <a:ext cx="959691" cy="95969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92" name="Google Shape;5854;p62">
              <a:extLst>
                <a:ext uri="{FF2B5EF4-FFF2-40B4-BE49-F238E27FC236}">
                  <a16:creationId xmlns:a16="http://schemas.microsoft.com/office/drawing/2014/main" id="{39B4451D-3657-424F-B83D-39458DBB304A}"/>
                </a:ext>
              </a:extLst>
            </p:cNvPr>
            <p:cNvGrpSpPr/>
            <p:nvPr/>
          </p:nvGrpSpPr>
          <p:grpSpPr>
            <a:xfrm>
              <a:off x="1039076" y="2535261"/>
              <a:ext cx="442428" cy="443607"/>
              <a:chOff x="-47157950" y="2712175"/>
              <a:chExt cx="300100" cy="300900"/>
            </a:xfrm>
            <a:solidFill>
              <a:schemeClr val="bg1"/>
            </a:solidFill>
          </p:grpSpPr>
          <p:sp>
            <p:nvSpPr>
              <p:cNvPr id="93" name="Google Shape;5855;p62">
                <a:extLst>
                  <a:ext uri="{FF2B5EF4-FFF2-40B4-BE49-F238E27FC236}">
                    <a16:creationId xmlns:a16="http://schemas.microsoft.com/office/drawing/2014/main" id="{C99B44EC-E328-4A1E-91AF-EE39B2B31BAD}"/>
                  </a:ext>
                </a:extLst>
              </p:cNvPr>
              <p:cNvSpPr/>
              <p:nvPr/>
            </p:nvSpPr>
            <p:spPr>
              <a:xfrm>
                <a:off x="-47157950" y="2712175"/>
                <a:ext cx="300100" cy="300900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2036" extrusionOk="0">
                    <a:moveTo>
                      <a:pt x="7026" y="1166"/>
                    </a:moveTo>
                    <a:lnTo>
                      <a:pt x="7940" y="2048"/>
                    </a:lnTo>
                    <a:lnTo>
                      <a:pt x="7026" y="2048"/>
                    </a:lnTo>
                    <a:lnTo>
                      <a:pt x="7026" y="1166"/>
                    </a:lnTo>
                    <a:close/>
                    <a:moveTo>
                      <a:pt x="6333" y="693"/>
                    </a:moveTo>
                    <a:lnTo>
                      <a:pt x="6333" y="2458"/>
                    </a:lnTo>
                    <a:cubicBezTo>
                      <a:pt x="6333" y="2647"/>
                      <a:pt x="6491" y="2804"/>
                      <a:pt x="6680" y="2804"/>
                    </a:cubicBezTo>
                    <a:lnTo>
                      <a:pt x="8444" y="2804"/>
                    </a:lnTo>
                    <a:lnTo>
                      <a:pt x="8444" y="4222"/>
                    </a:lnTo>
                    <a:lnTo>
                      <a:pt x="3529" y="4222"/>
                    </a:lnTo>
                    <a:lnTo>
                      <a:pt x="3529" y="693"/>
                    </a:lnTo>
                    <a:close/>
                    <a:moveTo>
                      <a:pt x="10933" y="4222"/>
                    </a:moveTo>
                    <a:cubicBezTo>
                      <a:pt x="11122" y="4222"/>
                      <a:pt x="11279" y="4380"/>
                      <a:pt x="11279" y="4569"/>
                    </a:cubicBezTo>
                    <a:lnTo>
                      <a:pt x="11279" y="8097"/>
                    </a:lnTo>
                    <a:lnTo>
                      <a:pt x="11248" y="8097"/>
                    </a:lnTo>
                    <a:cubicBezTo>
                      <a:pt x="11248" y="8286"/>
                      <a:pt x="11090" y="8444"/>
                      <a:pt x="10901" y="8444"/>
                    </a:cubicBezTo>
                    <a:lnTo>
                      <a:pt x="9137" y="8444"/>
                    </a:lnTo>
                    <a:lnTo>
                      <a:pt x="9137" y="7719"/>
                    </a:lnTo>
                    <a:lnTo>
                      <a:pt x="9483" y="7719"/>
                    </a:lnTo>
                    <a:cubicBezTo>
                      <a:pt x="9673" y="7719"/>
                      <a:pt x="9830" y="7562"/>
                      <a:pt x="9830" y="7372"/>
                    </a:cubicBezTo>
                    <a:cubicBezTo>
                      <a:pt x="9830" y="7183"/>
                      <a:pt x="9673" y="7026"/>
                      <a:pt x="9483" y="7026"/>
                    </a:cubicBezTo>
                    <a:lnTo>
                      <a:pt x="2458" y="7026"/>
                    </a:lnTo>
                    <a:cubicBezTo>
                      <a:pt x="2269" y="7026"/>
                      <a:pt x="2111" y="7183"/>
                      <a:pt x="2111" y="7372"/>
                    </a:cubicBezTo>
                    <a:cubicBezTo>
                      <a:pt x="2111" y="7562"/>
                      <a:pt x="2269" y="7719"/>
                      <a:pt x="2458" y="7719"/>
                    </a:cubicBezTo>
                    <a:lnTo>
                      <a:pt x="2836" y="7719"/>
                    </a:lnTo>
                    <a:lnTo>
                      <a:pt x="2836" y="8444"/>
                    </a:lnTo>
                    <a:lnTo>
                      <a:pt x="1040" y="8444"/>
                    </a:lnTo>
                    <a:cubicBezTo>
                      <a:pt x="851" y="8444"/>
                      <a:pt x="694" y="8286"/>
                      <a:pt x="694" y="8097"/>
                    </a:cubicBezTo>
                    <a:lnTo>
                      <a:pt x="694" y="4569"/>
                    </a:lnTo>
                    <a:cubicBezTo>
                      <a:pt x="694" y="4380"/>
                      <a:pt x="851" y="4222"/>
                      <a:pt x="1040" y="4222"/>
                    </a:cubicBezTo>
                    <a:lnTo>
                      <a:pt x="2836" y="4222"/>
                    </a:lnTo>
                    <a:lnTo>
                      <a:pt x="2836" y="4569"/>
                    </a:lnTo>
                    <a:cubicBezTo>
                      <a:pt x="2836" y="4789"/>
                      <a:pt x="2993" y="4947"/>
                      <a:pt x="3183" y="4947"/>
                    </a:cubicBezTo>
                    <a:lnTo>
                      <a:pt x="8822" y="4947"/>
                    </a:lnTo>
                    <a:cubicBezTo>
                      <a:pt x="9011" y="4947"/>
                      <a:pt x="9168" y="4789"/>
                      <a:pt x="9168" y="4569"/>
                    </a:cubicBezTo>
                    <a:lnTo>
                      <a:pt x="9168" y="4222"/>
                    </a:lnTo>
                    <a:close/>
                    <a:moveTo>
                      <a:pt x="8412" y="7719"/>
                    </a:moveTo>
                    <a:lnTo>
                      <a:pt x="8412" y="11279"/>
                    </a:lnTo>
                    <a:lnTo>
                      <a:pt x="3498" y="11279"/>
                    </a:lnTo>
                    <a:lnTo>
                      <a:pt x="3498" y="7719"/>
                    </a:lnTo>
                    <a:close/>
                    <a:moveTo>
                      <a:pt x="3183" y="0"/>
                    </a:moveTo>
                    <a:cubicBezTo>
                      <a:pt x="2993" y="0"/>
                      <a:pt x="2836" y="158"/>
                      <a:pt x="2836" y="378"/>
                    </a:cubicBezTo>
                    <a:lnTo>
                      <a:pt x="2836" y="3560"/>
                    </a:lnTo>
                    <a:lnTo>
                      <a:pt x="1072" y="3560"/>
                    </a:lnTo>
                    <a:cubicBezTo>
                      <a:pt x="473" y="3560"/>
                      <a:pt x="1" y="4033"/>
                      <a:pt x="1" y="4600"/>
                    </a:cubicBezTo>
                    <a:lnTo>
                      <a:pt x="1" y="8129"/>
                    </a:lnTo>
                    <a:cubicBezTo>
                      <a:pt x="1" y="8696"/>
                      <a:pt x="473" y="9168"/>
                      <a:pt x="1072" y="9168"/>
                    </a:cubicBezTo>
                    <a:lnTo>
                      <a:pt x="2836" y="9168"/>
                    </a:lnTo>
                    <a:lnTo>
                      <a:pt x="2836" y="11657"/>
                    </a:lnTo>
                    <a:cubicBezTo>
                      <a:pt x="2836" y="11846"/>
                      <a:pt x="2993" y="12035"/>
                      <a:pt x="3183" y="12035"/>
                    </a:cubicBezTo>
                    <a:lnTo>
                      <a:pt x="8822" y="12035"/>
                    </a:lnTo>
                    <a:cubicBezTo>
                      <a:pt x="9011" y="12035"/>
                      <a:pt x="9168" y="11846"/>
                      <a:pt x="9168" y="11657"/>
                    </a:cubicBezTo>
                    <a:lnTo>
                      <a:pt x="9168" y="9168"/>
                    </a:lnTo>
                    <a:lnTo>
                      <a:pt x="10933" y="9168"/>
                    </a:lnTo>
                    <a:cubicBezTo>
                      <a:pt x="11531" y="9168"/>
                      <a:pt x="12004" y="8696"/>
                      <a:pt x="12004" y="8129"/>
                    </a:cubicBezTo>
                    <a:lnTo>
                      <a:pt x="12004" y="4600"/>
                    </a:lnTo>
                    <a:cubicBezTo>
                      <a:pt x="11972" y="4001"/>
                      <a:pt x="11500" y="3529"/>
                      <a:pt x="10901" y="3529"/>
                    </a:cubicBezTo>
                    <a:lnTo>
                      <a:pt x="9137" y="3529"/>
                    </a:lnTo>
                    <a:lnTo>
                      <a:pt x="9137" y="2458"/>
                    </a:lnTo>
                    <a:cubicBezTo>
                      <a:pt x="9137" y="2363"/>
                      <a:pt x="9074" y="2269"/>
                      <a:pt x="9011" y="2206"/>
                    </a:cubicBezTo>
                    <a:lnTo>
                      <a:pt x="6932" y="126"/>
                    </a:lnTo>
                    <a:cubicBezTo>
                      <a:pt x="6837" y="63"/>
                      <a:pt x="6774" y="0"/>
                      <a:pt x="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4" name="Google Shape;5856;p62">
                <a:extLst>
                  <a:ext uri="{FF2B5EF4-FFF2-40B4-BE49-F238E27FC236}">
                    <a16:creationId xmlns:a16="http://schemas.microsoft.com/office/drawing/2014/main" id="{67603D6C-C6E7-4223-857B-8A6598B0D670}"/>
                  </a:ext>
                </a:extLst>
              </p:cNvPr>
              <p:cNvSpPr/>
              <p:nvPr/>
            </p:nvSpPr>
            <p:spPr>
              <a:xfrm>
                <a:off x="-47087075" y="28523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8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8" y="693"/>
                    </a:cubicBezTo>
                    <a:cubicBezTo>
                      <a:pt x="537" y="693"/>
                      <a:pt x="694" y="536"/>
                      <a:pt x="694" y="347"/>
                    </a:cubicBezTo>
                    <a:cubicBezTo>
                      <a:pt x="694" y="158"/>
                      <a:pt x="537" y="0"/>
                      <a:pt x="3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5" name="Google Shape;5857;p62">
                <a:extLst>
                  <a:ext uri="{FF2B5EF4-FFF2-40B4-BE49-F238E27FC236}">
                    <a16:creationId xmlns:a16="http://schemas.microsoft.com/office/drawing/2014/main" id="{654B4B73-04A6-4A18-9E45-CDE553DC32A4}"/>
                  </a:ext>
                </a:extLst>
              </p:cNvPr>
              <p:cNvSpPr/>
              <p:nvPr/>
            </p:nvSpPr>
            <p:spPr>
              <a:xfrm>
                <a:off x="-47052400" y="28523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26" y="0"/>
                      <a:pt x="0" y="158"/>
                      <a:pt x="0" y="347"/>
                    </a:cubicBezTo>
                    <a:cubicBezTo>
                      <a:pt x="0" y="536"/>
                      <a:pt x="126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6" name="Google Shape;5858;p62">
                <a:extLst>
                  <a:ext uri="{FF2B5EF4-FFF2-40B4-BE49-F238E27FC236}">
                    <a16:creationId xmlns:a16="http://schemas.microsoft.com/office/drawing/2014/main" id="{74AF8795-7434-4107-98A0-C133915336A5}"/>
                  </a:ext>
                </a:extLst>
              </p:cNvPr>
              <p:cNvSpPr/>
              <p:nvPr/>
            </p:nvSpPr>
            <p:spPr>
              <a:xfrm>
                <a:off x="-47051625" y="2957900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3151" y="694"/>
                    </a:lnTo>
                    <a:cubicBezTo>
                      <a:pt x="3340" y="694"/>
                      <a:pt x="3498" y="536"/>
                      <a:pt x="3498" y="347"/>
                    </a:cubicBezTo>
                    <a:cubicBezTo>
                      <a:pt x="3498" y="158"/>
                      <a:pt x="3340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7" name="Google Shape;5859;p62">
                <a:extLst>
                  <a:ext uri="{FF2B5EF4-FFF2-40B4-BE49-F238E27FC236}">
                    <a16:creationId xmlns:a16="http://schemas.microsoft.com/office/drawing/2014/main" id="{4018F765-0751-4DE5-A871-F1772856069F}"/>
                  </a:ext>
                </a:extLst>
              </p:cNvPr>
              <p:cNvSpPr/>
              <p:nvPr/>
            </p:nvSpPr>
            <p:spPr>
              <a:xfrm>
                <a:off x="-47051625" y="2923250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3151" y="694"/>
                    </a:lnTo>
                    <a:cubicBezTo>
                      <a:pt x="3340" y="694"/>
                      <a:pt x="3498" y="536"/>
                      <a:pt x="3498" y="347"/>
                    </a:cubicBezTo>
                    <a:cubicBezTo>
                      <a:pt x="3498" y="158"/>
                      <a:pt x="3340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8" name="Google Shape;5860;p62">
                <a:extLst>
                  <a:ext uri="{FF2B5EF4-FFF2-40B4-BE49-F238E27FC236}">
                    <a16:creationId xmlns:a16="http://schemas.microsoft.com/office/drawing/2014/main" id="{D5793D24-0794-4DC9-BBC5-59F5D9A682DA}"/>
                  </a:ext>
                </a:extLst>
              </p:cNvPr>
              <p:cNvSpPr/>
              <p:nvPr/>
            </p:nvSpPr>
            <p:spPr>
              <a:xfrm>
                <a:off x="-47017750" y="28523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78" y="693"/>
                    </a:cubicBezTo>
                    <a:lnTo>
                      <a:pt x="1072" y="693"/>
                    </a:lnTo>
                    <a:cubicBezTo>
                      <a:pt x="1261" y="693"/>
                      <a:pt x="1418" y="536"/>
                      <a:pt x="1418" y="347"/>
                    </a:cubicBezTo>
                    <a:cubicBezTo>
                      <a:pt x="1418" y="158"/>
                      <a:pt x="1261" y="0"/>
                      <a:pt x="1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99" name="Google Shape;5861;p62">
                <a:extLst>
                  <a:ext uri="{FF2B5EF4-FFF2-40B4-BE49-F238E27FC236}">
                    <a16:creationId xmlns:a16="http://schemas.microsoft.com/office/drawing/2014/main" id="{AB4382D8-E090-4D92-8482-63708945F44A}"/>
                  </a:ext>
                </a:extLst>
              </p:cNvPr>
              <p:cNvSpPr/>
              <p:nvPr/>
            </p:nvSpPr>
            <p:spPr>
              <a:xfrm>
                <a:off x="-46964975" y="28523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1040" y="693"/>
                    </a:lnTo>
                    <a:cubicBezTo>
                      <a:pt x="1260" y="693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E4B48D0F-AED7-41F5-ABCE-9BA18E74E2E6}"/>
              </a:ext>
            </a:extLst>
          </p:cNvPr>
          <p:cNvGrpSpPr/>
          <p:nvPr/>
        </p:nvGrpSpPr>
        <p:grpSpPr>
          <a:xfrm>
            <a:off x="9584874" y="762764"/>
            <a:ext cx="959691" cy="959691"/>
            <a:chOff x="7200192" y="514660"/>
            <a:chExt cx="959691" cy="959691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357BC480-14E4-4A50-A3ED-49139AC84BC2}"/>
                </a:ext>
              </a:extLst>
            </p:cNvPr>
            <p:cNvSpPr/>
            <p:nvPr/>
          </p:nvSpPr>
          <p:spPr>
            <a:xfrm>
              <a:off x="7200192" y="514660"/>
              <a:ext cx="959691" cy="95969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4" name="Google Shape;6287;p63">
              <a:extLst>
                <a:ext uri="{FF2B5EF4-FFF2-40B4-BE49-F238E27FC236}">
                  <a16:creationId xmlns:a16="http://schemas.microsoft.com/office/drawing/2014/main" id="{A6C76AD9-1B8C-4C30-9DD4-0C39F50DA0A1}"/>
                </a:ext>
              </a:extLst>
            </p:cNvPr>
            <p:cNvGrpSpPr/>
            <p:nvPr/>
          </p:nvGrpSpPr>
          <p:grpSpPr>
            <a:xfrm>
              <a:off x="7426281" y="725395"/>
              <a:ext cx="507512" cy="538220"/>
              <a:chOff x="-40160700" y="2339625"/>
              <a:chExt cx="290650" cy="316650"/>
            </a:xfrm>
            <a:solidFill>
              <a:schemeClr val="bg1"/>
            </a:solidFill>
          </p:grpSpPr>
          <p:sp>
            <p:nvSpPr>
              <p:cNvPr id="105" name="Google Shape;6288;p63">
                <a:extLst>
                  <a:ext uri="{FF2B5EF4-FFF2-40B4-BE49-F238E27FC236}">
                    <a16:creationId xmlns:a16="http://schemas.microsoft.com/office/drawing/2014/main" id="{487E4F0C-5044-4CBC-92CE-6247C742F3B8}"/>
                  </a:ext>
                </a:extLst>
              </p:cNvPr>
              <p:cNvSpPr/>
              <p:nvPr/>
            </p:nvSpPr>
            <p:spPr>
              <a:xfrm>
                <a:off x="-40005525" y="2552600"/>
                <a:ext cx="70900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487" extrusionOk="0">
                    <a:moveTo>
                      <a:pt x="1408" y="807"/>
                    </a:moveTo>
                    <a:cubicBezTo>
                      <a:pt x="1461" y="807"/>
                      <a:pt x="1518" y="817"/>
                      <a:pt x="1575" y="839"/>
                    </a:cubicBezTo>
                    <a:cubicBezTo>
                      <a:pt x="1733" y="902"/>
                      <a:pt x="1796" y="1028"/>
                      <a:pt x="1796" y="1248"/>
                    </a:cubicBezTo>
                    <a:cubicBezTo>
                      <a:pt x="1845" y="1496"/>
                      <a:pt x="1661" y="1666"/>
                      <a:pt x="1442" y="1666"/>
                    </a:cubicBezTo>
                    <a:cubicBezTo>
                      <a:pt x="1383" y="1666"/>
                      <a:pt x="1321" y="1653"/>
                      <a:pt x="1260" y="1626"/>
                    </a:cubicBezTo>
                    <a:cubicBezTo>
                      <a:pt x="1071" y="1563"/>
                      <a:pt x="945" y="1311"/>
                      <a:pt x="1008" y="1091"/>
                    </a:cubicBezTo>
                    <a:cubicBezTo>
                      <a:pt x="1081" y="921"/>
                      <a:pt x="1229" y="807"/>
                      <a:pt x="1408" y="807"/>
                    </a:cubicBezTo>
                    <a:close/>
                    <a:moveTo>
                      <a:pt x="1438" y="1"/>
                    </a:moveTo>
                    <a:cubicBezTo>
                      <a:pt x="1040" y="1"/>
                      <a:pt x="635" y="188"/>
                      <a:pt x="378" y="523"/>
                    </a:cubicBezTo>
                    <a:cubicBezTo>
                      <a:pt x="0" y="1091"/>
                      <a:pt x="158" y="1878"/>
                      <a:pt x="693" y="2256"/>
                    </a:cubicBezTo>
                    <a:cubicBezTo>
                      <a:pt x="909" y="2412"/>
                      <a:pt x="1158" y="2486"/>
                      <a:pt x="1405" y="2486"/>
                    </a:cubicBezTo>
                    <a:cubicBezTo>
                      <a:pt x="1806" y="2486"/>
                      <a:pt x="2204" y="2292"/>
                      <a:pt x="2457" y="1941"/>
                    </a:cubicBezTo>
                    <a:cubicBezTo>
                      <a:pt x="2836" y="1406"/>
                      <a:pt x="2678" y="618"/>
                      <a:pt x="2111" y="208"/>
                    </a:cubicBezTo>
                    <a:cubicBezTo>
                      <a:pt x="1911" y="67"/>
                      <a:pt x="1676" y="1"/>
                      <a:pt x="143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6" name="Google Shape;6289;p63">
                <a:extLst>
                  <a:ext uri="{FF2B5EF4-FFF2-40B4-BE49-F238E27FC236}">
                    <a16:creationId xmlns:a16="http://schemas.microsoft.com/office/drawing/2014/main" id="{F619A72F-1B0F-42E6-B4E8-C0AA974D8E44}"/>
                  </a:ext>
                </a:extLst>
              </p:cNvPr>
              <p:cNvSpPr/>
              <p:nvPr/>
            </p:nvSpPr>
            <p:spPr>
              <a:xfrm>
                <a:off x="-40039400" y="2605050"/>
                <a:ext cx="291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820" extrusionOk="0">
                    <a:moveTo>
                      <a:pt x="725" y="1"/>
                    </a:moveTo>
                    <a:cubicBezTo>
                      <a:pt x="473" y="1"/>
                      <a:pt x="0" y="190"/>
                      <a:pt x="0" y="410"/>
                    </a:cubicBezTo>
                    <a:cubicBezTo>
                      <a:pt x="0" y="631"/>
                      <a:pt x="473" y="820"/>
                      <a:pt x="725" y="820"/>
                    </a:cubicBezTo>
                    <a:cubicBezTo>
                      <a:pt x="945" y="820"/>
                      <a:pt x="1166" y="631"/>
                      <a:pt x="1166" y="410"/>
                    </a:cubicBezTo>
                    <a:cubicBezTo>
                      <a:pt x="1103" y="158"/>
                      <a:pt x="914" y="1"/>
                      <a:pt x="72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7" name="Google Shape;6290;p63">
                <a:extLst>
                  <a:ext uri="{FF2B5EF4-FFF2-40B4-BE49-F238E27FC236}">
                    <a16:creationId xmlns:a16="http://schemas.microsoft.com/office/drawing/2014/main" id="{8B0968FF-CD63-447C-A71C-E2DB1A6B8E8A}"/>
                  </a:ext>
                </a:extLst>
              </p:cNvPr>
              <p:cNvSpPr/>
              <p:nvPr/>
            </p:nvSpPr>
            <p:spPr>
              <a:xfrm>
                <a:off x="-40079575" y="2584575"/>
                <a:ext cx="19725" cy="19725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410" y="1"/>
                    </a:moveTo>
                    <a:cubicBezTo>
                      <a:pt x="190" y="1"/>
                      <a:pt x="1" y="158"/>
                      <a:pt x="1" y="379"/>
                    </a:cubicBezTo>
                    <a:cubicBezTo>
                      <a:pt x="1" y="599"/>
                      <a:pt x="190" y="788"/>
                      <a:pt x="410" y="788"/>
                    </a:cubicBezTo>
                    <a:cubicBezTo>
                      <a:pt x="631" y="788"/>
                      <a:pt x="788" y="599"/>
                      <a:pt x="788" y="379"/>
                    </a:cubicBezTo>
                    <a:cubicBezTo>
                      <a:pt x="788" y="158"/>
                      <a:pt x="631" y="1"/>
                      <a:pt x="41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8" name="Google Shape;6291;p63">
                <a:extLst>
                  <a:ext uri="{FF2B5EF4-FFF2-40B4-BE49-F238E27FC236}">
                    <a16:creationId xmlns:a16="http://schemas.microsoft.com/office/drawing/2014/main" id="{552AEA41-877A-4D4C-922A-F9EEBFBF7207}"/>
                  </a:ext>
                </a:extLst>
              </p:cNvPr>
              <p:cNvSpPr/>
              <p:nvPr/>
            </p:nvSpPr>
            <p:spPr>
              <a:xfrm>
                <a:off x="-40160700" y="2339625"/>
                <a:ext cx="290650" cy="316650"/>
              </a:xfrm>
              <a:custGeom>
                <a:avLst/>
                <a:gdLst/>
                <a:ahLst/>
                <a:cxnLst/>
                <a:rect l="l" t="t" r="r" b="b"/>
                <a:pathLst>
                  <a:path w="11626" h="12666" extrusionOk="0">
                    <a:moveTo>
                      <a:pt x="7656" y="820"/>
                    </a:moveTo>
                    <a:cubicBezTo>
                      <a:pt x="7845" y="820"/>
                      <a:pt x="8003" y="946"/>
                      <a:pt x="8066" y="1072"/>
                    </a:cubicBezTo>
                    <a:cubicBezTo>
                      <a:pt x="8129" y="1355"/>
                      <a:pt x="7940" y="1639"/>
                      <a:pt x="7656" y="1639"/>
                    </a:cubicBezTo>
                    <a:lnTo>
                      <a:pt x="4065" y="1639"/>
                    </a:lnTo>
                    <a:cubicBezTo>
                      <a:pt x="3876" y="1639"/>
                      <a:pt x="3687" y="1450"/>
                      <a:pt x="3687" y="1261"/>
                    </a:cubicBezTo>
                    <a:cubicBezTo>
                      <a:pt x="3687" y="1009"/>
                      <a:pt x="3876" y="851"/>
                      <a:pt x="4065" y="820"/>
                    </a:cubicBezTo>
                    <a:close/>
                    <a:moveTo>
                      <a:pt x="7310" y="2458"/>
                    </a:moveTo>
                    <a:lnTo>
                      <a:pt x="7310" y="5860"/>
                    </a:lnTo>
                    <a:cubicBezTo>
                      <a:pt x="7310" y="6270"/>
                      <a:pt x="7467" y="6711"/>
                      <a:pt x="7656" y="7026"/>
                    </a:cubicBezTo>
                    <a:cubicBezTo>
                      <a:pt x="7026" y="7152"/>
                      <a:pt x="6396" y="7404"/>
                      <a:pt x="5797" y="7782"/>
                    </a:cubicBezTo>
                    <a:cubicBezTo>
                      <a:pt x="5146" y="8207"/>
                      <a:pt x="4241" y="8453"/>
                      <a:pt x="3401" y="8453"/>
                    </a:cubicBezTo>
                    <a:cubicBezTo>
                      <a:pt x="3306" y="8453"/>
                      <a:pt x="3212" y="8450"/>
                      <a:pt x="3120" y="8444"/>
                    </a:cubicBezTo>
                    <a:lnTo>
                      <a:pt x="4128" y="7026"/>
                    </a:lnTo>
                    <a:cubicBezTo>
                      <a:pt x="4380" y="6680"/>
                      <a:pt x="4537" y="6239"/>
                      <a:pt x="4537" y="5829"/>
                    </a:cubicBezTo>
                    <a:lnTo>
                      <a:pt x="4537" y="2458"/>
                    </a:lnTo>
                    <a:close/>
                    <a:moveTo>
                      <a:pt x="8192" y="7782"/>
                    </a:moveTo>
                    <a:cubicBezTo>
                      <a:pt x="10775" y="11500"/>
                      <a:pt x="10586" y="11216"/>
                      <a:pt x="10618" y="11279"/>
                    </a:cubicBezTo>
                    <a:cubicBezTo>
                      <a:pt x="10681" y="11563"/>
                      <a:pt x="10523" y="11846"/>
                      <a:pt x="10208" y="11846"/>
                    </a:cubicBezTo>
                    <a:lnTo>
                      <a:pt x="1576" y="11846"/>
                    </a:lnTo>
                    <a:cubicBezTo>
                      <a:pt x="1198" y="11846"/>
                      <a:pt x="1040" y="11437"/>
                      <a:pt x="1198" y="11216"/>
                    </a:cubicBezTo>
                    <a:lnTo>
                      <a:pt x="2584" y="9232"/>
                    </a:lnTo>
                    <a:cubicBezTo>
                      <a:pt x="2825" y="9263"/>
                      <a:pt x="3077" y="9280"/>
                      <a:pt x="3333" y="9280"/>
                    </a:cubicBezTo>
                    <a:cubicBezTo>
                      <a:pt x="4347" y="9280"/>
                      <a:pt x="5434" y="9022"/>
                      <a:pt x="6239" y="8444"/>
                    </a:cubicBezTo>
                    <a:cubicBezTo>
                      <a:pt x="6837" y="8066"/>
                      <a:pt x="7499" y="7814"/>
                      <a:pt x="8192" y="7782"/>
                    </a:cubicBezTo>
                    <a:close/>
                    <a:moveTo>
                      <a:pt x="4128" y="1"/>
                    </a:moveTo>
                    <a:cubicBezTo>
                      <a:pt x="3435" y="1"/>
                      <a:pt x="2899" y="536"/>
                      <a:pt x="2899" y="1261"/>
                    </a:cubicBezTo>
                    <a:cubicBezTo>
                      <a:pt x="2899" y="1765"/>
                      <a:pt x="3214" y="2237"/>
                      <a:pt x="3718" y="2426"/>
                    </a:cubicBezTo>
                    <a:lnTo>
                      <a:pt x="3718" y="5860"/>
                    </a:lnTo>
                    <a:cubicBezTo>
                      <a:pt x="3718" y="6081"/>
                      <a:pt x="3655" y="6365"/>
                      <a:pt x="3498" y="6554"/>
                    </a:cubicBezTo>
                    <a:lnTo>
                      <a:pt x="568" y="10744"/>
                    </a:lnTo>
                    <a:cubicBezTo>
                      <a:pt x="1" y="11563"/>
                      <a:pt x="568" y="12666"/>
                      <a:pt x="1607" y="12666"/>
                    </a:cubicBezTo>
                    <a:lnTo>
                      <a:pt x="10271" y="12666"/>
                    </a:lnTo>
                    <a:cubicBezTo>
                      <a:pt x="10555" y="12666"/>
                      <a:pt x="10870" y="12540"/>
                      <a:pt x="11090" y="12350"/>
                    </a:cubicBezTo>
                    <a:cubicBezTo>
                      <a:pt x="11531" y="11972"/>
                      <a:pt x="11626" y="11248"/>
                      <a:pt x="11248" y="10744"/>
                    </a:cubicBezTo>
                    <a:lnTo>
                      <a:pt x="8318" y="6554"/>
                    </a:lnTo>
                    <a:cubicBezTo>
                      <a:pt x="8160" y="6365"/>
                      <a:pt x="8097" y="6081"/>
                      <a:pt x="8097" y="5860"/>
                    </a:cubicBezTo>
                    <a:lnTo>
                      <a:pt x="8097" y="2426"/>
                    </a:lnTo>
                    <a:cubicBezTo>
                      <a:pt x="8570" y="2269"/>
                      <a:pt x="8916" y="1796"/>
                      <a:pt x="8916" y="1261"/>
                    </a:cubicBezTo>
                    <a:cubicBezTo>
                      <a:pt x="8916" y="568"/>
                      <a:pt x="8381" y="1"/>
                      <a:pt x="76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47813590-D665-486B-872E-28CE9572EC01}"/>
              </a:ext>
            </a:extLst>
          </p:cNvPr>
          <p:cNvGrpSpPr/>
          <p:nvPr/>
        </p:nvGrpSpPr>
        <p:grpSpPr>
          <a:xfrm>
            <a:off x="5468230" y="771321"/>
            <a:ext cx="959691" cy="959691"/>
            <a:chOff x="4531562" y="397877"/>
            <a:chExt cx="959691" cy="959691"/>
          </a:xfrm>
        </p:grpSpPr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5CF1C48E-4BC0-41C4-BF60-5630AF0B7EB8}"/>
                </a:ext>
              </a:extLst>
            </p:cNvPr>
            <p:cNvSpPr/>
            <p:nvPr/>
          </p:nvSpPr>
          <p:spPr>
            <a:xfrm>
              <a:off x="4531562" y="397877"/>
              <a:ext cx="959691" cy="95969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9" name="Google Shape;6317;p63">
              <a:extLst>
                <a:ext uri="{FF2B5EF4-FFF2-40B4-BE49-F238E27FC236}">
                  <a16:creationId xmlns:a16="http://schemas.microsoft.com/office/drawing/2014/main" id="{09E6B797-1595-4D6D-8A1A-EA7A110858D2}"/>
                </a:ext>
              </a:extLst>
            </p:cNvPr>
            <p:cNvGrpSpPr/>
            <p:nvPr/>
          </p:nvGrpSpPr>
          <p:grpSpPr>
            <a:xfrm>
              <a:off x="4783384" y="614424"/>
              <a:ext cx="456047" cy="526597"/>
              <a:chOff x="-39783425" y="2337925"/>
              <a:chExt cx="275700" cy="318350"/>
            </a:xfrm>
            <a:solidFill>
              <a:schemeClr val="bg1"/>
            </a:solidFill>
          </p:grpSpPr>
          <p:sp>
            <p:nvSpPr>
              <p:cNvPr id="110" name="Google Shape;6318;p63">
                <a:extLst>
                  <a:ext uri="{FF2B5EF4-FFF2-40B4-BE49-F238E27FC236}">
                    <a16:creationId xmlns:a16="http://schemas.microsoft.com/office/drawing/2014/main" id="{B4897C59-9CA2-4046-8415-1D4C1A714BB9}"/>
                  </a:ext>
                </a:extLst>
              </p:cNvPr>
              <p:cNvSpPr/>
              <p:nvPr/>
            </p:nvSpPr>
            <p:spPr>
              <a:xfrm>
                <a:off x="-39739325" y="2468600"/>
                <a:ext cx="1945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7783" h="5940" extrusionOk="0">
                    <a:moveTo>
                      <a:pt x="6349" y="772"/>
                    </a:moveTo>
                    <a:cubicBezTo>
                      <a:pt x="6459" y="772"/>
                      <a:pt x="6570" y="812"/>
                      <a:pt x="6648" y="891"/>
                    </a:cubicBezTo>
                    <a:cubicBezTo>
                      <a:pt x="6711" y="954"/>
                      <a:pt x="6743" y="1017"/>
                      <a:pt x="6806" y="1080"/>
                    </a:cubicBezTo>
                    <a:cubicBezTo>
                      <a:pt x="6837" y="1300"/>
                      <a:pt x="6837" y="1458"/>
                      <a:pt x="6711" y="1552"/>
                    </a:cubicBezTo>
                    <a:lnTo>
                      <a:pt x="3340" y="4955"/>
                    </a:lnTo>
                    <a:cubicBezTo>
                      <a:pt x="3261" y="5033"/>
                      <a:pt x="3151" y="5073"/>
                      <a:pt x="3041" y="5073"/>
                    </a:cubicBezTo>
                    <a:cubicBezTo>
                      <a:pt x="2931" y="5073"/>
                      <a:pt x="2820" y="5033"/>
                      <a:pt x="2742" y="4955"/>
                    </a:cubicBezTo>
                    <a:lnTo>
                      <a:pt x="1040" y="3253"/>
                    </a:lnTo>
                    <a:cubicBezTo>
                      <a:pt x="883" y="3096"/>
                      <a:pt x="883" y="2812"/>
                      <a:pt x="1040" y="2655"/>
                    </a:cubicBezTo>
                    <a:lnTo>
                      <a:pt x="1135" y="2592"/>
                    </a:lnTo>
                    <a:cubicBezTo>
                      <a:pt x="1214" y="2513"/>
                      <a:pt x="1316" y="2474"/>
                      <a:pt x="1418" y="2474"/>
                    </a:cubicBezTo>
                    <a:cubicBezTo>
                      <a:pt x="1521" y="2474"/>
                      <a:pt x="1623" y="2513"/>
                      <a:pt x="1702" y="2592"/>
                    </a:cubicBezTo>
                    <a:lnTo>
                      <a:pt x="2742" y="3600"/>
                    </a:lnTo>
                    <a:cubicBezTo>
                      <a:pt x="2820" y="3679"/>
                      <a:pt x="2931" y="3718"/>
                      <a:pt x="3041" y="3718"/>
                    </a:cubicBezTo>
                    <a:cubicBezTo>
                      <a:pt x="3151" y="3718"/>
                      <a:pt x="3261" y="3679"/>
                      <a:pt x="3340" y="3600"/>
                    </a:cubicBezTo>
                    <a:lnTo>
                      <a:pt x="6050" y="891"/>
                    </a:lnTo>
                    <a:cubicBezTo>
                      <a:pt x="6128" y="812"/>
                      <a:pt x="6239" y="772"/>
                      <a:pt x="6349" y="772"/>
                    </a:cubicBezTo>
                    <a:close/>
                    <a:moveTo>
                      <a:pt x="6369" y="1"/>
                    </a:moveTo>
                    <a:cubicBezTo>
                      <a:pt x="6050" y="1"/>
                      <a:pt x="5719" y="119"/>
                      <a:pt x="5451" y="355"/>
                    </a:cubicBezTo>
                    <a:lnTo>
                      <a:pt x="3025" y="2781"/>
                    </a:lnTo>
                    <a:lnTo>
                      <a:pt x="2269" y="2025"/>
                    </a:lnTo>
                    <a:cubicBezTo>
                      <a:pt x="2040" y="1796"/>
                      <a:pt x="1742" y="1663"/>
                      <a:pt x="1421" y="1663"/>
                    </a:cubicBezTo>
                    <a:cubicBezTo>
                      <a:pt x="1256" y="1663"/>
                      <a:pt x="1085" y="1698"/>
                      <a:pt x="914" y="1773"/>
                    </a:cubicBezTo>
                    <a:cubicBezTo>
                      <a:pt x="694" y="1867"/>
                      <a:pt x="536" y="1993"/>
                      <a:pt x="473" y="2119"/>
                    </a:cubicBezTo>
                    <a:cubicBezTo>
                      <a:pt x="1" y="2592"/>
                      <a:pt x="1" y="3379"/>
                      <a:pt x="473" y="3883"/>
                    </a:cubicBezTo>
                    <a:lnTo>
                      <a:pt x="2143" y="5585"/>
                    </a:lnTo>
                    <a:cubicBezTo>
                      <a:pt x="2379" y="5821"/>
                      <a:pt x="2694" y="5939"/>
                      <a:pt x="3017" y="5939"/>
                    </a:cubicBezTo>
                    <a:cubicBezTo>
                      <a:pt x="3340" y="5939"/>
                      <a:pt x="3671" y="5821"/>
                      <a:pt x="3939" y="5585"/>
                    </a:cubicBezTo>
                    <a:lnTo>
                      <a:pt x="7310" y="2182"/>
                    </a:lnTo>
                    <a:cubicBezTo>
                      <a:pt x="7656" y="1836"/>
                      <a:pt x="7782" y="1300"/>
                      <a:pt x="7593" y="859"/>
                    </a:cubicBezTo>
                    <a:cubicBezTo>
                      <a:pt x="7467" y="575"/>
                      <a:pt x="7310" y="418"/>
                      <a:pt x="7215" y="355"/>
                    </a:cubicBezTo>
                    <a:cubicBezTo>
                      <a:pt x="6995" y="119"/>
                      <a:pt x="6688" y="1"/>
                      <a:pt x="636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1" name="Google Shape;6319;p63">
                <a:extLst>
                  <a:ext uri="{FF2B5EF4-FFF2-40B4-BE49-F238E27FC236}">
                    <a16:creationId xmlns:a16="http://schemas.microsoft.com/office/drawing/2014/main" id="{97EE2CE2-B187-4065-89CC-17ECD7A6CDE7}"/>
                  </a:ext>
                </a:extLst>
              </p:cNvPr>
              <p:cNvSpPr/>
              <p:nvPr/>
            </p:nvSpPr>
            <p:spPr>
              <a:xfrm>
                <a:off x="-39783425" y="2337925"/>
                <a:ext cx="275700" cy="318350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12734" extrusionOk="0">
                    <a:moveTo>
                      <a:pt x="5608" y="793"/>
                    </a:moveTo>
                    <a:cubicBezTo>
                      <a:pt x="5829" y="793"/>
                      <a:pt x="5986" y="1014"/>
                      <a:pt x="6049" y="1234"/>
                    </a:cubicBezTo>
                    <a:cubicBezTo>
                      <a:pt x="6049" y="1486"/>
                      <a:pt x="6238" y="1644"/>
                      <a:pt x="6459" y="1644"/>
                    </a:cubicBezTo>
                    <a:lnTo>
                      <a:pt x="8129" y="1644"/>
                    </a:lnTo>
                    <a:cubicBezTo>
                      <a:pt x="8349" y="1644"/>
                      <a:pt x="8507" y="1833"/>
                      <a:pt x="8570" y="2053"/>
                    </a:cubicBezTo>
                    <a:lnTo>
                      <a:pt x="8570" y="2494"/>
                    </a:lnTo>
                    <a:lnTo>
                      <a:pt x="2773" y="2494"/>
                    </a:lnTo>
                    <a:lnTo>
                      <a:pt x="2773" y="2116"/>
                    </a:lnTo>
                    <a:lnTo>
                      <a:pt x="2741" y="2116"/>
                    </a:lnTo>
                    <a:cubicBezTo>
                      <a:pt x="2741" y="1864"/>
                      <a:pt x="2930" y="1707"/>
                      <a:pt x="3119" y="1675"/>
                    </a:cubicBezTo>
                    <a:lnTo>
                      <a:pt x="4789" y="1675"/>
                    </a:lnTo>
                    <a:cubicBezTo>
                      <a:pt x="5010" y="1675"/>
                      <a:pt x="5167" y="1486"/>
                      <a:pt x="5167" y="1234"/>
                    </a:cubicBezTo>
                    <a:cubicBezTo>
                      <a:pt x="5167" y="1014"/>
                      <a:pt x="5356" y="856"/>
                      <a:pt x="5608" y="793"/>
                    </a:cubicBezTo>
                    <a:close/>
                    <a:moveTo>
                      <a:pt x="10177" y="2494"/>
                    </a:moveTo>
                    <a:lnTo>
                      <a:pt x="10177" y="11883"/>
                    </a:lnTo>
                    <a:lnTo>
                      <a:pt x="788" y="11883"/>
                    </a:lnTo>
                    <a:lnTo>
                      <a:pt x="788" y="2494"/>
                    </a:lnTo>
                    <a:lnTo>
                      <a:pt x="1891" y="2494"/>
                    </a:lnTo>
                    <a:lnTo>
                      <a:pt x="1891" y="2904"/>
                    </a:lnTo>
                    <a:cubicBezTo>
                      <a:pt x="1891" y="3125"/>
                      <a:pt x="2111" y="3314"/>
                      <a:pt x="2332" y="3314"/>
                    </a:cubicBezTo>
                    <a:lnTo>
                      <a:pt x="8948" y="3314"/>
                    </a:lnTo>
                    <a:cubicBezTo>
                      <a:pt x="9200" y="3314"/>
                      <a:pt x="9357" y="3125"/>
                      <a:pt x="9357" y="2904"/>
                    </a:cubicBezTo>
                    <a:lnTo>
                      <a:pt x="9357" y="2494"/>
                    </a:lnTo>
                    <a:close/>
                    <a:moveTo>
                      <a:pt x="5615" y="1"/>
                    </a:moveTo>
                    <a:cubicBezTo>
                      <a:pt x="5456" y="1"/>
                      <a:pt x="5293" y="33"/>
                      <a:pt x="5136" y="100"/>
                    </a:cubicBezTo>
                    <a:cubicBezTo>
                      <a:pt x="4821" y="226"/>
                      <a:pt x="4537" y="478"/>
                      <a:pt x="4474" y="856"/>
                    </a:cubicBezTo>
                    <a:lnTo>
                      <a:pt x="3151" y="856"/>
                    </a:lnTo>
                    <a:cubicBezTo>
                      <a:pt x="2647" y="856"/>
                      <a:pt x="2174" y="1203"/>
                      <a:pt x="1985" y="1675"/>
                    </a:cubicBezTo>
                    <a:lnTo>
                      <a:pt x="410" y="1675"/>
                    </a:lnTo>
                    <a:cubicBezTo>
                      <a:pt x="158" y="1675"/>
                      <a:pt x="0" y="1864"/>
                      <a:pt x="0" y="2116"/>
                    </a:cubicBezTo>
                    <a:lnTo>
                      <a:pt x="0" y="12292"/>
                    </a:lnTo>
                    <a:cubicBezTo>
                      <a:pt x="0" y="12544"/>
                      <a:pt x="221" y="12734"/>
                      <a:pt x="410" y="12734"/>
                    </a:cubicBezTo>
                    <a:lnTo>
                      <a:pt x="10618" y="12734"/>
                    </a:lnTo>
                    <a:cubicBezTo>
                      <a:pt x="10838" y="12734"/>
                      <a:pt x="11027" y="12544"/>
                      <a:pt x="11027" y="12292"/>
                    </a:cubicBezTo>
                    <a:lnTo>
                      <a:pt x="11027" y="2116"/>
                    </a:lnTo>
                    <a:cubicBezTo>
                      <a:pt x="10996" y="1864"/>
                      <a:pt x="10807" y="1675"/>
                      <a:pt x="10555" y="1675"/>
                    </a:cubicBezTo>
                    <a:lnTo>
                      <a:pt x="9263" y="1675"/>
                    </a:lnTo>
                    <a:cubicBezTo>
                      <a:pt x="9105" y="1203"/>
                      <a:pt x="8633" y="856"/>
                      <a:pt x="8097" y="856"/>
                    </a:cubicBezTo>
                    <a:lnTo>
                      <a:pt x="6774" y="856"/>
                    </a:lnTo>
                    <a:cubicBezTo>
                      <a:pt x="6606" y="328"/>
                      <a:pt x="6127" y="1"/>
                      <a:pt x="56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15" name="ZoneTexte 114">
            <a:extLst>
              <a:ext uri="{FF2B5EF4-FFF2-40B4-BE49-F238E27FC236}">
                <a16:creationId xmlns:a16="http://schemas.microsoft.com/office/drawing/2014/main" id="{B387738B-2143-4D5F-B217-C792D44EE5B5}"/>
              </a:ext>
            </a:extLst>
          </p:cNvPr>
          <p:cNvSpPr txBox="1"/>
          <p:nvPr/>
        </p:nvSpPr>
        <p:spPr>
          <a:xfrm>
            <a:off x="391510" y="1795580"/>
            <a:ext cx="97105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D78233"/>
                </a:solidFill>
                <a:latin typeface="Raleway" pitchFamily="2" charset="0"/>
              </a:rPr>
              <a:t>IDÉE</a:t>
            </a:r>
          </a:p>
        </p:txBody>
      </p:sp>
      <p:sp>
        <p:nvSpPr>
          <p:cNvPr id="127" name="Flèche : bas 126">
            <a:extLst>
              <a:ext uri="{FF2B5EF4-FFF2-40B4-BE49-F238E27FC236}">
                <a16:creationId xmlns:a16="http://schemas.microsoft.com/office/drawing/2014/main" id="{88E226C6-1705-434E-AA7A-C2853F7B58F4}"/>
              </a:ext>
            </a:extLst>
          </p:cNvPr>
          <p:cNvSpPr/>
          <p:nvPr/>
        </p:nvSpPr>
        <p:spPr>
          <a:xfrm rot="17881256">
            <a:off x="10229374" y="3790450"/>
            <a:ext cx="313316" cy="41902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AD32057-3CA4-4C00-87EC-9D319877C7E7}"/>
              </a:ext>
            </a:extLst>
          </p:cNvPr>
          <p:cNvSpPr txBox="1"/>
          <p:nvPr/>
        </p:nvSpPr>
        <p:spPr>
          <a:xfrm>
            <a:off x="188678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FFC000"/>
                </a:solidFill>
                <a:latin typeface="Raleway" pitchFamily="2" charset="0"/>
              </a:rPr>
              <a:t>CREATIVITÉ</a:t>
            </a:r>
          </a:p>
        </p:txBody>
      </p: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751448F1-AC1C-44C0-A3CD-EA954759DF44}"/>
              </a:ext>
            </a:extLst>
          </p:cNvPr>
          <p:cNvGrpSpPr/>
          <p:nvPr/>
        </p:nvGrpSpPr>
        <p:grpSpPr>
          <a:xfrm>
            <a:off x="7523310" y="4674102"/>
            <a:ext cx="959691" cy="959691"/>
            <a:chOff x="3840602" y="2559094"/>
            <a:chExt cx="959691" cy="959691"/>
          </a:xfrm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27B782E-F177-4ACB-A5FF-BD159E8A459B}"/>
                </a:ext>
              </a:extLst>
            </p:cNvPr>
            <p:cNvSpPr/>
            <p:nvPr/>
          </p:nvSpPr>
          <p:spPr>
            <a:xfrm>
              <a:off x="3840602" y="2559094"/>
              <a:ext cx="959691" cy="959691"/>
            </a:xfrm>
            <a:prstGeom prst="ellipse">
              <a:avLst/>
            </a:prstGeom>
            <a:solidFill>
              <a:srgbClr val="CA5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Google Shape;6562;p64">
              <a:extLst>
                <a:ext uri="{FF2B5EF4-FFF2-40B4-BE49-F238E27FC236}">
                  <a16:creationId xmlns:a16="http://schemas.microsoft.com/office/drawing/2014/main" id="{160CC79D-B733-4AA2-ACE0-D77F5F9FF2D1}"/>
                </a:ext>
              </a:extLst>
            </p:cNvPr>
            <p:cNvSpPr/>
            <p:nvPr/>
          </p:nvSpPr>
          <p:spPr>
            <a:xfrm>
              <a:off x="4056306" y="2769821"/>
              <a:ext cx="528283" cy="538237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923" y="694"/>
                  </a:moveTo>
                  <a:cubicBezTo>
                    <a:pt x="6490" y="694"/>
                    <a:pt x="6963" y="1166"/>
                    <a:pt x="6963" y="1765"/>
                  </a:cubicBezTo>
                  <a:cubicBezTo>
                    <a:pt x="6963" y="2332"/>
                    <a:pt x="6490" y="2805"/>
                    <a:pt x="5923" y="2805"/>
                  </a:cubicBezTo>
                  <a:cubicBezTo>
                    <a:pt x="5325" y="2805"/>
                    <a:pt x="4852" y="2332"/>
                    <a:pt x="4852" y="1765"/>
                  </a:cubicBezTo>
                  <a:cubicBezTo>
                    <a:pt x="4852" y="1229"/>
                    <a:pt x="5325" y="694"/>
                    <a:pt x="5923" y="694"/>
                  </a:cubicBezTo>
                  <a:close/>
                  <a:moveTo>
                    <a:pt x="2489" y="3466"/>
                  </a:moveTo>
                  <a:cubicBezTo>
                    <a:pt x="2678" y="3466"/>
                    <a:pt x="2836" y="3624"/>
                    <a:pt x="2836" y="3813"/>
                  </a:cubicBezTo>
                  <a:lnTo>
                    <a:pt x="2836" y="4916"/>
                  </a:lnTo>
                  <a:cubicBezTo>
                    <a:pt x="2678" y="4947"/>
                    <a:pt x="2584" y="5042"/>
                    <a:pt x="2458" y="5168"/>
                  </a:cubicBezTo>
                  <a:cubicBezTo>
                    <a:pt x="2363" y="5231"/>
                    <a:pt x="2300" y="5357"/>
                    <a:pt x="2237" y="5420"/>
                  </a:cubicBezTo>
                  <a:cubicBezTo>
                    <a:pt x="2174" y="5357"/>
                    <a:pt x="2143" y="5262"/>
                    <a:pt x="2143" y="5199"/>
                  </a:cubicBezTo>
                  <a:lnTo>
                    <a:pt x="2143" y="3813"/>
                  </a:lnTo>
                  <a:cubicBezTo>
                    <a:pt x="2143" y="3624"/>
                    <a:pt x="2300" y="3466"/>
                    <a:pt x="2489" y="3466"/>
                  </a:cubicBezTo>
                  <a:close/>
                  <a:moveTo>
                    <a:pt x="9326" y="3466"/>
                  </a:moveTo>
                  <a:cubicBezTo>
                    <a:pt x="9546" y="3466"/>
                    <a:pt x="9704" y="3624"/>
                    <a:pt x="9704" y="3813"/>
                  </a:cubicBezTo>
                  <a:lnTo>
                    <a:pt x="9704" y="5199"/>
                  </a:lnTo>
                  <a:cubicBezTo>
                    <a:pt x="9704" y="5262"/>
                    <a:pt x="9641" y="5357"/>
                    <a:pt x="9578" y="5420"/>
                  </a:cubicBezTo>
                  <a:cubicBezTo>
                    <a:pt x="9546" y="5294"/>
                    <a:pt x="9452" y="5231"/>
                    <a:pt x="9389" y="5168"/>
                  </a:cubicBezTo>
                  <a:cubicBezTo>
                    <a:pt x="9263" y="5042"/>
                    <a:pt x="9137" y="4947"/>
                    <a:pt x="8979" y="4916"/>
                  </a:cubicBezTo>
                  <a:lnTo>
                    <a:pt x="8979" y="3813"/>
                  </a:lnTo>
                  <a:cubicBezTo>
                    <a:pt x="9011" y="3624"/>
                    <a:pt x="9168" y="3466"/>
                    <a:pt x="9326" y="3466"/>
                  </a:cubicBezTo>
                  <a:close/>
                  <a:moveTo>
                    <a:pt x="5923" y="3466"/>
                  </a:moveTo>
                  <a:cubicBezTo>
                    <a:pt x="6900" y="3466"/>
                    <a:pt x="7814" y="4096"/>
                    <a:pt x="8160" y="4947"/>
                  </a:cubicBezTo>
                  <a:cubicBezTo>
                    <a:pt x="8066" y="5010"/>
                    <a:pt x="8003" y="5042"/>
                    <a:pt x="7971" y="5105"/>
                  </a:cubicBezTo>
                  <a:lnTo>
                    <a:pt x="6081" y="6963"/>
                  </a:lnTo>
                  <a:cubicBezTo>
                    <a:pt x="6018" y="6995"/>
                    <a:pt x="5955" y="7089"/>
                    <a:pt x="5923" y="7152"/>
                  </a:cubicBezTo>
                  <a:cubicBezTo>
                    <a:pt x="5860" y="7089"/>
                    <a:pt x="5797" y="7026"/>
                    <a:pt x="5766" y="6963"/>
                  </a:cubicBezTo>
                  <a:lnTo>
                    <a:pt x="3876" y="5105"/>
                  </a:lnTo>
                  <a:cubicBezTo>
                    <a:pt x="3781" y="5042"/>
                    <a:pt x="3750" y="5010"/>
                    <a:pt x="3655" y="4947"/>
                  </a:cubicBezTo>
                  <a:cubicBezTo>
                    <a:pt x="4033" y="4096"/>
                    <a:pt x="4915" y="3466"/>
                    <a:pt x="5923" y="3466"/>
                  </a:cubicBezTo>
                  <a:close/>
                  <a:moveTo>
                    <a:pt x="10744" y="2049"/>
                  </a:moveTo>
                  <a:cubicBezTo>
                    <a:pt x="10964" y="2049"/>
                    <a:pt x="11122" y="2206"/>
                    <a:pt x="11122" y="2395"/>
                  </a:cubicBezTo>
                  <a:lnTo>
                    <a:pt x="11122" y="6144"/>
                  </a:lnTo>
                  <a:lnTo>
                    <a:pt x="11059" y="6144"/>
                  </a:lnTo>
                  <a:cubicBezTo>
                    <a:pt x="11059" y="6333"/>
                    <a:pt x="11027" y="6491"/>
                    <a:pt x="10901" y="6648"/>
                  </a:cubicBezTo>
                  <a:lnTo>
                    <a:pt x="9263" y="9421"/>
                  </a:lnTo>
                  <a:cubicBezTo>
                    <a:pt x="9105" y="9673"/>
                    <a:pt x="9011" y="9956"/>
                    <a:pt x="9011" y="10271"/>
                  </a:cubicBezTo>
                  <a:lnTo>
                    <a:pt x="9011" y="10933"/>
                  </a:lnTo>
                  <a:lnTo>
                    <a:pt x="6270" y="10933"/>
                  </a:lnTo>
                  <a:lnTo>
                    <a:pt x="6270" y="8097"/>
                  </a:lnTo>
                  <a:cubicBezTo>
                    <a:pt x="6270" y="7845"/>
                    <a:pt x="6396" y="7593"/>
                    <a:pt x="6585" y="7404"/>
                  </a:cubicBezTo>
                  <a:lnTo>
                    <a:pt x="8475" y="5546"/>
                  </a:lnTo>
                  <a:cubicBezTo>
                    <a:pt x="8538" y="5483"/>
                    <a:pt x="8625" y="5451"/>
                    <a:pt x="8712" y="5451"/>
                  </a:cubicBezTo>
                  <a:cubicBezTo>
                    <a:pt x="8798" y="5451"/>
                    <a:pt x="8885" y="5483"/>
                    <a:pt x="8948" y="5546"/>
                  </a:cubicBezTo>
                  <a:cubicBezTo>
                    <a:pt x="9074" y="5672"/>
                    <a:pt x="9074" y="5892"/>
                    <a:pt x="8948" y="6018"/>
                  </a:cubicBezTo>
                  <a:lnTo>
                    <a:pt x="7751" y="7215"/>
                  </a:lnTo>
                  <a:cubicBezTo>
                    <a:pt x="7656" y="7310"/>
                    <a:pt x="7656" y="7562"/>
                    <a:pt x="7751" y="7656"/>
                  </a:cubicBezTo>
                  <a:cubicBezTo>
                    <a:pt x="7814" y="7719"/>
                    <a:pt x="7908" y="7751"/>
                    <a:pt x="7999" y="7751"/>
                  </a:cubicBezTo>
                  <a:cubicBezTo>
                    <a:pt x="8089" y="7751"/>
                    <a:pt x="8176" y="7719"/>
                    <a:pt x="8223" y="7656"/>
                  </a:cubicBezTo>
                  <a:lnTo>
                    <a:pt x="10082" y="5829"/>
                  </a:lnTo>
                  <a:cubicBezTo>
                    <a:pt x="10271" y="5609"/>
                    <a:pt x="10397" y="5388"/>
                    <a:pt x="10397" y="5105"/>
                  </a:cubicBezTo>
                  <a:lnTo>
                    <a:pt x="10397" y="2395"/>
                  </a:lnTo>
                  <a:cubicBezTo>
                    <a:pt x="10397" y="2206"/>
                    <a:pt x="10555" y="2049"/>
                    <a:pt x="10744" y="2049"/>
                  </a:cubicBezTo>
                  <a:close/>
                  <a:moveTo>
                    <a:pt x="1103" y="2080"/>
                  </a:moveTo>
                  <a:cubicBezTo>
                    <a:pt x="1292" y="2080"/>
                    <a:pt x="1450" y="2238"/>
                    <a:pt x="1450" y="2427"/>
                  </a:cubicBezTo>
                  <a:lnTo>
                    <a:pt x="1450" y="5168"/>
                  </a:lnTo>
                  <a:cubicBezTo>
                    <a:pt x="1450" y="5420"/>
                    <a:pt x="1576" y="5672"/>
                    <a:pt x="1796" y="5861"/>
                  </a:cubicBezTo>
                  <a:lnTo>
                    <a:pt x="3624" y="7719"/>
                  </a:lnTo>
                  <a:cubicBezTo>
                    <a:pt x="3687" y="7782"/>
                    <a:pt x="3781" y="7814"/>
                    <a:pt x="3872" y="7814"/>
                  </a:cubicBezTo>
                  <a:cubicBezTo>
                    <a:pt x="3962" y="7814"/>
                    <a:pt x="4049" y="7782"/>
                    <a:pt x="4096" y="7719"/>
                  </a:cubicBezTo>
                  <a:cubicBezTo>
                    <a:pt x="4222" y="7593"/>
                    <a:pt x="4222" y="7373"/>
                    <a:pt x="4096" y="7247"/>
                  </a:cubicBezTo>
                  <a:lnTo>
                    <a:pt x="2930" y="6050"/>
                  </a:lnTo>
                  <a:cubicBezTo>
                    <a:pt x="2804" y="5955"/>
                    <a:pt x="2804" y="5703"/>
                    <a:pt x="2930" y="5577"/>
                  </a:cubicBezTo>
                  <a:cubicBezTo>
                    <a:pt x="2978" y="5530"/>
                    <a:pt x="3064" y="5506"/>
                    <a:pt x="3155" y="5506"/>
                  </a:cubicBezTo>
                  <a:cubicBezTo>
                    <a:pt x="3245" y="5506"/>
                    <a:pt x="3340" y="5530"/>
                    <a:pt x="3403" y="5577"/>
                  </a:cubicBezTo>
                  <a:lnTo>
                    <a:pt x="5293" y="7436"/>
                  </a:lnTo>
                  <a:cubicBezTo>
                    <a:pt x="5482" y="7625"/>
                    <a:pt x="5608" y="7877"/>
                    <a:pt x="5608" y="8161"/>
                  </a:cubicBezTo>
                  <a:lnTo>
                    <a:pt x="5608" y="10996"/>
                  </a:lnTo>
                  <a:lnTo>
                    <a:pt x="2836" y="10996"/>
                  </a:lnTo>
                  <a:lnTo>
                    <a:pt x="2836" y="10303"/>
                  </a:lnTo>
                  <a:cubicBezTo>
                    <a:pt x="2804" y="10051"/>
                    <a:pt x="2710" y="9736"/>
                    <a:pt x="2552" y="9452"/>
                  </a:cubicBezTo>
                  <a:lnTo>
                    <a:pt x="914" y="6680"/>
                  </a:lnTo>
                  <a:cubicBezTo>
                    <a:pt x="851" y="6522"/>
                    <a:pt x="757" y="6333"/>
                    <a:pt x="757" y="6176"/>
                  </a:cubicBezTo>
                  <a:lnTo>
                    <a:pt x="757" y="2427"/>
                  </a:lnTo>
                  <a:cubicBezTo>
                    <a:pt x="757" y="2238"/>
                    <a:pt x="914" y="2080"/>
                    <a:pt x="1103" y="2080"/>
                  </a:cubicBezTo>
                  <a:close/>
                  <a:moveTo>
                    <a:pt x="5860" y="1"/>
                  </a:moveTo>
                  <a:cubicBezTo>
                    <a:pt x="4915" y="1"/>
                    <a:pt x="4128" y="788"/>
                    <a:pt x="4128" y="1734"/>
                  </a:cubicBezTo>
                  <a:cubicBezTo>
                    <a:pt x="4128" y="2206"/>
                    <a:pt x="4348" y="2647"/>
                    <a:pt x="4695" y="2994"/>
                  </a:cubicBezTo>
                  <a:cubicBezTo>
                    <a:pt x="4411" y="3120"/>
                    <a:pt x="4191" y="3214"/>
                    <a:pt x="3939" y="3435"/>
                  </a:cubicBezTo>
                  <a:cubicBezTo>
                    <a:pt x="3750" y="3592"/>
                    <a:pt x="3592" y="3750"/>
                    <a:pt x="3435" y="3939"/>
                  </a:cubicBezTo>
                  <a:lnTo>
                    <a:pt x="3435" y="3813"/>
                  </a:lnTo>
                  <a:cubicBezTo>
                    <a:pt x="3435" y="3246"/>
                    <a:pt x="2962" y="2805"/>
                    <a:pt x="2395" y="2805"/>
                  </a:cubicBezTo>
                  <a:cubicBezTo>
                    <a:pt x="2300" y="2805"/>
                    <a:pt x="2174" y="2836"/>
                    <a:pt x="2048" y="2836"/>
                  </a:cubicBezTo>
                  <a:lnTo>
                    <a:pt x="2048" y="2427"/>
                  </a:lnTo>
                  <a:cubicBezTo>
                    <a:pt x="2048" y="1891"/>
                    <a:pt x="1576" y="1418"/>
                    <a:pt x="1040" y="1418"/>
                  </a:cubicBezTo>
                  <a:cubicBezTo>
                    <a:pt x="473" y="1418"/>
                    <a:pt x="0" y="1891"/>
                    <a:pt x="0" y="2427"/>
                  </a:cubicBezTo>
                  <a:lnTo>
                    <a:pt x="0" y="6176"/>
                  </a:lnTo>
                  <a:cubicBezTo>
                    <a:pt x="0" y="6491"/>
                    <a:pt x="95" y="6806"/>
                    <a:pt x="253" y="7026"/>
                  </a:cubicBezTo>
                  <a:lnTo>
                    <a:pt x="1891" y="9799"/>
                  </a:lnTo>
                  <a:cubicBezTo>
                    <a:pt x="1985" y="9956"/>
                    <a:pt x="2048" y="10145"/>
                    <a:pt x="2048" y="10303"/>
                  </a:cubicBezTo>
                  <a:lnTo>
                    <a:pt x="2048" y="11342"/>
                  </a:lnTo>
                  <a:cubicBezTo>
                    <a:pt x="2048" y="11532"/>
                    <a:pt x="2206" y="11689"/>
                    <a:pt x="2395" y="11689"/>
                  </a:cubicBezTo>
                  <a:lnTo>
                    <a:pt x="9294" y="11689"/>
                  </a:lnTo>
                  <a:cubicBezTo>
                    <a:pt x="9483" y="11689"/>
                    <a:pt x="9641" y="11532"/>
                    <a:pt x="9641" y="11342"/>
                  </a:cubicBezTo>
                  <a:lnTo>
                    <a:pt x="9641" y="10303"/>
                  </a:lnTo>
                  <a:cubicBezTo>
                    <a:pt x="9641" y="10114"/>
                    <a:pt x="9704" y="9956"/>
                    <a:pt x="9799" y="9799"/>
                  </a:cubicBezTo>
                  <a:lnTo>
                    <a:pt x="11468" y="7026"/>
                  </a:lnTo>
                  <a:cubicBezTo>
                    <a:pt x="11626" y="6774"/>
                    <a:pt x="11689" y="6491"/>
                    <a:pt x="11689" y="6176"/>
                  </a:cubicBezTo>
                  <a:lnTo>
                    <a:pt x="11689" y="2427"/>
                  </a:lnTo>
                  <a:cubicBezTo>
                    <a:pt x="11752" y="1891"/>
                    <a:pt x="11279" y="1418"/>
                    <a:pt x="10712" y="1418"/>
                  </a:cubicBezTo>
                  <a:cubicBezTo>
                    <a:pt x="10177" y="1418"/>
                    <a:pt x="9704" y="1891"/>
                    <a:pt x="9704" y="2427"/>
                  </a:cubicBezTo>
                  <a:lnTo>
                    <a:pt x="9704" y="2836"/>
                  </a:lnTo>
                  <a:cubicBezTo>
                    <a:pt x="9578" y="2805"/>
                    <a:pt x="9452" y="2805"/>
                    <a:pt x="9326" y="2805"/>
                  </a:cubicBezTo>
                  <a:cubicBezTo>
                    <a:pt x="8790" y="2805"/>
                    <a:pt x="8318" y="3246"/>
                    <a:pt x="8318" y="3813"/>
                  </a:cubicBezTo>
                  <a:lnTo>
                    <a:pt x="8318" y="3939"/>
                  </a:lnTo>
                  <a:cubicBezTo>
                    <a:pt x="8160" y="3750"/>
                    <a:pt x="8003" y="3592"/>
                    <a:pt x="7814" y="3435"/>
                  </a:cubicBezTo>
                  <a:cubicBezTo>
                    <a:pt x="7562" y="3246"/>
                    <a:pt x="7341" y="3088"/>
                    <a:pt x="7058" y="2994"/>
                  </a:cubicBezTo>
                  <a:cubicBezTo>
                    <a:pt x="7404" y="2647"/>
                    <a:pt x="7593" y="2206"/>
                    <a:pt x="7593" y="1734"/>
                  </a:cubicBezTo>
                  <a:cubicBezTo>
                    <a:pt x="7593" y="788"/>
                    <a:pt x="6806" y="1"/>
                    <a:pt x="586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30" name="ZoneTexte 129">
            <a:extLst>
              <a:ext uri="{FF2B5EF4-FFF2-40B4-BE49-F238E27FC236}">
                <a16:creationId xmlns:a16="http://schemas.microsoft.com/office/drawing/2014/main" id="{B1182D47-06DA-47EC-A4BD-51269A6844C6}"/>
              </a:ext>
            </a:extLst>
          </p:cNvPr>
          <p:cNvSpPr txBox="1"/>
          <p:nvPr/>
        </p:nvSpPr>
        <p:spPr>
          <a:xfrm>
            <a:off x="361614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92D050"/>
                </a:solidFill>
                <a:latin typeface="Raleway" pitchFamily="2" charset="0"/>
              </a:rPr>
              <a:t>SOLUTIONS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D82708C2-2A17-4F59-998D-BA2802EE913B}"/>
              </a:ext>
            </a:extLst>
          </p:cNvPr>
          <p:cNvSpPr txBox="1"/>
          <p:nvPr/>
        </p:nvSpPr>
        <p:spPr>
          <a:xfrm>
            <a:off x="5345505" y="1795580"/>
            <a:ext cx="120514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7ACB7B"/>
                </a:solidFill>
                <a:latin typeface="Raleway" pitchFamily="2" charset="0"/>
              </a:rPr>
              <a:t>SELECTION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E48D2D6B-E78D-4AC4-B013-174F74EBBF7B}"/>
              </a:ext>
            </a:extLst>
          </p:cNvPr>
          <p:cNvSpPr txBox="1"/>
          <p:nvPr/>
        </p:nvSpPr>
        <p:spPr>
          <a:xfrm>
            <a:off x="7074865" y="1795580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398C7C"/>
                </a:solidFill>
                <a:latin typeface="Raleway" pitchFamily="2" charset="0"/>
              </a:rPr>
              <a:t>PROTOTYPAGE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88E15A9A-65E1-4D41-872B-AC02AC481771}"/>
              </a:ext>
            </a:extLst>
          </p:cNvPr>
          <p:cNvSpPr txBox="1"/>
          <p:nvPr/>
        </p:nvSpPr>
        <p:spPr>
          <a:xfrm>
            <a:off x="9109741" y="1795580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70C0"/>
                </a:solidFill>
                <a:latin typeface="Raleway" pitchFamily="2" charset="0"/>
              </a:rPr>
              <a:t>EXPÉRIMENTATION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4E267E0-D476-4651-95CA-D374C54358FC}"/>
              </a:ext>
            </a:extLst>
          </p:cNvPr>
          <p:cNvSpPr txBox="1"/>
          <p:nvPr/>
        </p:nvSpPr>
        <p:spPr>
          <a:xfrm>
            <a:off x="4345649" y="38201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346A93"/>
                </a:solidFill>
                <a:latin typeface="Raleway" pitchFamily="2" charset="0"/>
              </a:rPr>
              <a:t>VALORISATION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DC06A3AE-AE96-42C3-B00D-789D031DECBC}"/>
              </a:ext>
            </a:extLst>
          </p:cNvPr>
          <p:cNvSpPr txBox="1"/>
          <p:nvPr/>
        </p:nvSpPr>
        <p:spPr>
          <a:xfrm>
            <a:off x="6295859" y="38201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2C4D7E"/>
                </a:solidFill>
                <a:latin typeface="Raleway" pitchFamily="2" charset="0"/>
              </a:rPr>
              <a:t>TRANSFERT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F39E11DC-3E37-44BA-9489-993884DFE868}"/>
              </a:ext>
            </a:extLst>
          </p:cNvPr>
          <p:cNvSpPr txBox="1"/>
          <p:nvPr/>
        </p:nvSpPr>
        <p:spPr>
          <a:xfrm>
            <a:off x="3995340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7030A0"/>
                </a:solidFill>
                <a:latin typeface="Raleway" pitchFamily="2" charset="0"/>
              </a:rPr>
              <a:t>PRODUCTION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FF3DB1A-D51C-45AD-BC30-0FC9737993C2}"/>
              </a:ext>
            </a:extLst>
          </p:cNvPr>
          <p:cNvSpPr txBox="1"/>
          <p:nvPr/>
        </p:nvSpPr>
        <p:spPr>
          <a:xfrm>
            <a:off x="5576875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B02091"/>
                </a:solidFill>
                <a:latin typeface="Raleway" pitchFamily="2" charset="0"/>
              </a:rPr>
              <a:t>DIFFUSION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C50D3598-E47D-4076-BA35-CE2D78A25200}"/>
              </a:ext>
            </a:extLst>
          </p:cNvPr>
          <p:cNvSpPr txBox="1"/>
          <p:nvPr/>
        </p:nvSpPr>
        <p:spPr>
          <a:xfrm>
            <a:off x="7287507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CA5A38"/>
                </a:solidFill>
                <a:latin typeface="Raleway" pitchFamily="2" charset="0"/>
              </a:rPr>
              <a:t>ADOPTION</a:t>
            </a:r>
          </a:p>
        </p:txBody>
      </p:sp>
      <p:sp>
        <p:nvSpPr>
          <p:cNvPr id="150" name="Flèche : bas 149">
            <a:extLst>
              <a:ext uri="{FF2B5EF4-FFF2-40B4-BE49-F238E27FC236}">
                <a16:creationId xmlns:a16="http://schemas.microsoft.com/office/drawing/2014/main" id="{44A46CAE-D185-4EFD-9DEB-78E7FCE30B1D}"/>
              </a:ext>
            </a:extLst>
          </p:cNvPr>
          <p:cNvSpPr/>
          <p:nvPr/>
        </p:nvSpPr>
        <p:spPr>
          <a:xfrm rot="16200000">
            <a:off x="1363000" y="1083117"/>
            <a:ext cx="313316" cy="419026"/>
          </a:xfrm>
          <a:prstGeom prst="downArrow">
            <a:avLst/>
          </a:prstGeom>
          <a:solidFill>
            <a:srgbClr val="D7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Flèche : bas 150">
            <a:extLst>
              <a:ext uri="{FF2B5EF4-FFF2-40B4-BE49-F238E27FC236}">
                <a16:creationId xmlns:a16="http://schemas.microsoft.com/office/drawing/2014/main" id="{8D78ABE8-C7C3-4CC6-AA4C-90870E72EE46}"/>
              </a:ext>
            </a:extLst>
          </p:cNvPr>
          <p:cNvSpPr/>
          <p:nvPr/>
        </p:nvSpPr>
        <p:spPr>
          <a:xfrm rot="16200000">
            <a:off x="2997055" y="1057204"/>
            <a:ext cx="313316" cy="41902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Flèche : bas 151">
            <a:extLst>
              <a:ext uri="{FF2B5EF4-FFF2-40B4-BE49-F238E27FC236}">
                <a16:creationId xmlns:a16="http://schemas.microsoft.com/office/drawing/2014/main" id="{90A1A3DF-C356-4346-961A-2CB57CB354D9}"/>
              </a:ext>
            </a:extLst>
          </p:cNvPr>
          <p:cNvSpPr/>
          <p:nvPr/>
        </p:nvSpPr>
        <p:spPr>
          <a:xfrm rot="16200000">
            <a:off x="4729466" y="1040440"/>
            <a:ext cx="313316" cy="419026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Flèche : bas 152">
            <a:extLst>
              <a:ext uri="{FF2B5EF4-FFF2-40B4-BE49-F238E27FC236}">
                <a16:creationId xmlns:a16="http://schemas.microsoft.com/office/drawing/2014/main" id="{AF89F3F5-4B10-4582-9FAD-F067F61A794F}"/>
              </a:ext>
            </a:extLst>
          </p:cNvPr>
          <p:cNvSpPr/>
          <p:nvPr/>
        </p:nvSpPr>
        <p:spPr>
          <a:xfrm rot="16200000">
            <a:off x="6438665" y="1033096"/>
            <a:ext cx="313316" cy="419026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Flèche : bas 153">
            <a:extLst>
              <a:ext uri="{FF2B5EF4-FFF2-40B4-BE49-F238E27FC236}">
                <a16:creationId xmlns:a16="http://schemas.microsoft.com/office/drawing/2014/main" id="{4ABE3170-3C04-4A73-BD2F-E1136D6F1AA3}"/>
              </a:ext>
            </a:extLst>
          </p:cNvPr>
          <p:cNvSpPr/>
          <p:nvPr/>
        </p:nvSpPr>
        <p:spPr>
          <a:xfrm rot="16200000">
            <a:off x="8968459" y="3734996"/>
            <a:ext cx="313316" cy="41902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Flèche : bas 154">
            <a:extLst>
              <a:ext uri="{FF2B5EF4-FFF2-40B4-BE49-F238E27FC236}">
                <a16:creationId xmlns:a16="http://schemas.microsoft.com/office/drawing/2014/main" id="{B762A9D4-B0FF-4789-ADAB-5771C1BFA735}"/>
              </a:ext>
            </a:extLst>
          </p:cNvPr>
          <p:cNvSpPr/>
          <p:nvPr/>
        </p:nvSpPr>
        <p:spPr>
          <a:xfrm rot="16200000">
            <a:off x="10536473" y="4621247"/>
            <a:ext cx="313316" cy="41902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Flèche : double flèche horizontale 155">
            <a:extLst>
              <a:ext uri="{FF2B5EF4-FFF2-40B4-BE49-F238E27FC236}">
                <a16:creationId xmlns:a16="http://schemas.microsoft.com/office/drawing/2014/main" id="{34680FB6-F3A7-42B0-A0D2-698FF629F9EE}"/>
              </a:ext>
            </a:extLst>
          </p:cNvPr>
          <p:cNvSpPr/>
          <p:nvPr/>
        </p:nvSpPr>
        <p:spPr>
          <a:xfrm>
            <a:off x="10544565" y="3385622"/>
            <a:ext cx="797824" cy="36644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Flèche : courbe vers le bas 157">
            <a:extLst>
              <a:ext uri="{FF2B5EF4-FFF2-40B4-BE49-F238E27FC236}">
                <a16:creationId xmlns:a16="http://schemas.microsoft.com/office/drawing/2014/main" id="{BB8E3A8C-6D53-4339-9069-9A373507BF09}"/>
              </a:ext>
            </a:extLst>
          </p:cNvPr>
          <p:cNvSpPr/>
          <p:nvPr/>
        </p:nvSpPr>
        <p:spPr>
          <a:xfrm>
            <a:off x="7729218" y="119649"/>
            <a:ext cx="2332627" cy="562830"/>
          </a:xfrm>
          <a:prstGeom prst="curvedDownArrow">
            <a:avLst/>
          </a:prstGeom>
          <a:solidFill>
            <a:srgbClr val="346A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9" name="Flèche : courbe vers le bas 158">
            <a:extLst>
              <a:ext uri="{FF2B5EF4-FFF2-40B4-BE49-F238E27FC236}">
                <a16:creationId xmlns:a16="http://schemas.microsoft.com/office/drawing/2014/main" id="{D89069A7-E3FC-462A-BB95-3FD2F73ED766}"/>
              </a:ext>
            </a:extLst>
          </p:cNvPr>
          <p:cNvSpPr/>
          <p:nvPr/>
        </p:nvSpPr>
        <p:spPr>
          <a:xfrm rot="10800000">
            <a:off x="7749291" y="2190851"/>
            <a:ext cx="2332627" cy="562830"/>
          </a:xfrm>
          <a:prstGeom prst="curved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B505BD71-DF69-44E8-8E29-A3F5FD4A9A75}"/>
              </a:ext>
            </a:extLst>
          </p:cNvPr>
          <p:cNvGrpSpPr/>
          <p:nvPr/>
        </p:nvGrpSpPr>
        <p:grpSpPr>
          <a:xfrm>
            <a:off x="927094" y="2822950"/>
            <a:ext cx="959691" cy="959691"/>
            <a:chOff x="7200192" y="514660"/>
            <a:chExt cx="959691" cy="959691"/>
          </a:xfrm>
        </p:grpSpPr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B3CEE677-2624-4D7F-8A9B-F1FFDB244690}"/>
                </a:ext>
              </a:extLst>
            </p:cNvPr>
            <p:cNvSpPr/>
            <p:nvPr/>
          </p:nvSpPr>
          <p:spPr>
            <a:xfrm>
              <a:off x="7200192" y="514660"/>
              <a:ext cx="959691" cy="95969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2" name="Google Shape;6287;p63">
              <a:extLst>
                <a:ext uri="{FF2B5EF4-FFF2-40B4-BE49-F238E27FC236}">
                  <a16:creationId xmlns:a16="http://schemas.microsoft.com/office/drawing/2014/main" id="{4C6F1364-B7C3-4180-878D-FFB7ACBC1C47}"/>
                </a:ext>
              </a:extLst>
            </p:cNvPr>
            <p:cNvGrpSpPr/>
            <p:nvPr/>
          </p:nvGrpSpPr>
          <p:grpSpPr>
            <a:xfrm>
              <a:off x="7426281" y="725395"/>
              <a:ext cx="507512" cy="538220"/>
              <a:chOff x="-40160700" y="2339625"/>
              <a:chExt cx="290650" cy="316650"/>
            </a:xfrm>
            <a:solidFill>
              <a:schemeClr val="bg1"/>
            </a:solidFill>
          </p:grpSpPr>
          <p:sp>
            <p:nvSpPr>
              <p:cNvPr id="163" name="Google Shape;6288;p63">
                <a:extLst>
                  <a:ext uri="{FF2B5EF4-FFF2-40B4-BE49-F238E27FC236}">
                    <a16:creationId xmlns:a16="http://schemas.microsoft.com/office/drawing/2014/main" id="{756BC55C-56D0-4DDF-8D78-89F51803DCAA}"/>
                  </a:ext>
                </a:extLst>
              </p:cNvPr>
              <p:cNvSpPr/>
              <p:nvPr/>
            </p:nvSpPr>
            <p:spPr>
              <a:xfrm>
                <a:off x="-40005525" y="2552600"/>
                <a:ext cx="70900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487" extrusionOk="0">
                    <a:moveTo>
                      <a:pt x="1408" y="807"/>
                    </a:moveTo>
                    <a:cubicBezTo>
                      <a:pt x="1461" y="807"/>
                      <a:pt x="1518" y="817"/>
                      <a:pt x="1575" y="839"/>
                    </a:cubicBezTo>
                    <a:cubicBezTo>
                      <a:pt x="1733" y="902"/>
                      <a:pt x="1796" y="1028"/>
                      <a:pt x="1796" y="1248"/>
                    </a:cubicBezTo>
                    <a:cubicBezTo>
                      <a:pt x="1845" y="1496"/>
                      <a:pt x="1661" y="1666"/>
                      <a:pt x="1442" y="1666"/>
                    </a:cubicBezTo>
                    <a:cubicBezTo>
                      <a:pt x="1383" y="1666"/>
                      <a:pt x="1321" y="1653"/>
                      <a:pt x="1260" y="1626"/>
                    </a:cubicBezTo>
                    <a:cubicBezTo>
                      <a:pt x="1071" y="1563"/>
                      <a:pt x="945" y="1311"/>
                      <a:pt x="1008" y="1091"/>
                    </a:cubicBezTo>
                    <a:cubicBezTo>
                      <a:pt x="1081" y="921"/>
                      <a:pt x="1229" y="807"/>
                      <a:pt x="1408" y="807"/>
                    </a:cubicBezTo>
                    <a:close/>
                    <a:moveTo>
                      <a:pt x="1438" y="1"/>
                    </a:moveTo>
                    <a:cubicBezTo>
                      <a:pt x="1040" y="1"/>
                      <a:pt x="635" y="188"/>
                      <a:pt x="378" y="523"/>
                    </a:cubicBezTo>
                    <a:cubicBezTo>
                      <a:pt x="0" y="1091"/>
                      <a:pt x="158" y="1878"/>
                      <a:pt x="693" y="2256"/>
                    </a:cubicBezTo>
                    <a:cubicBezTo>
                      <a:pt x="909" y="2412"/>
                      <a:pt x="1158" y="2486"/>
                      <a:pt x="1405" y="2486"/>
                    </a:cubicBezTo>
                    <a:cubicBezTo>
                      <a:pt x="1806" y="2486"/>
                      <a:pt x="2204" y="2292"/>
                      <a:pt x="2457" y="1941"/>
                    </a:cubicBezTo>
                    <a:cubicBezTo>
                      <a:pt x="2836" y="1406"/>
                      <a:pt x="2678" y="618"/>
                      <a:pt x="2111" y="208"/>
                    </a:cubicBezTo>
                    <a:cubicBezTo>
                      <a:pt x="1911" y="67"/>
                      <a:pt x="1676" y="1"/>
                      <a:pt x="143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6289;p63">
                <a:extLst>
                  <a:ext uri="{FF2B5EF4-FFF2-40B4-BE49-F238E27FC236}">
                    <a16:creationId xmlns:a16="http://schemas.microsoft.com/office/drawing/2014/main" id="{47DBDEBC-751E-4702-AC71-88C845D8BA56}"/>
                  </a:ext>
                </a:extLst>
              </p:cNvPr>
              <p:cNvSpPr/>
              <p:nvPr/>
            </p:nvSpPr>
            <p:spPr>
              <a:xfrm>
                <a:off x="-40039400" y="2605050"/>
                <a:ext cx="291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820" extrusionOk="0">
                    <a:moveTo>
                      <a:pt x="725" y="1"/>
                    </a:moveTo>
                    <a:cubicBezTo>
                      <a:pt x="473" y="1"/>
                      <a:pt x="0" y="190"/>
                      <a:pt x="0" y="410"/>
                    </a:cubicBezTo>
                    <a:cubicBezTo>
                      <a:pt x="0" y="631"/>
                      <a:pt x="473" y="820"/>
                      <a:pt x="725" y="820"/>
                    </a:cubicBezTo>
                    <a:cubicBezTo>
                      <a:pt x="945" y="820"/>
                      <a:pt x="1166" y="631"/>
                      <a:pt x="1166" y="410"/>
                    </a:cubicBezTo>
                    <a:cubicBezTo>
                      <a:pt x="1103" y="158"/>
                      <a:pt x="914" y="1"/>
                      <a:pt x="72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" name="Google Shape;6290;p63">
                <a:extLst>
                  <a:ext uri="{FF2B5EF4-FFF2-40B4-BE49-F238E27FC236}">
                    <a16:creationId xmlns:a16="http://schemas.microsoft.com/office/drawing/2014/main" id="{21EB9AED-E4AE-4D2A-B739-9CE44407BE1E}"/>
                  </a:ext>
                </a:extLst>
              </p:cNvPr>
              <p:cNvSpPr/>
              <p:nvPr/>
            </p:nvSpPr>
            <p:spPr>
              <a:xfrm>
                <a:off x="-40079575" y="2584575"/>
                <a:ext cx="19725" cy="19725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410" y="1"/>
                    </a:moveTo>
                    <a:cubicBezTo>
                      <a:pt x="190" y="1"/>
                      <a:pt x="1" y="158"/>
                      <a:pt x="1" y="379"/>
                    </a:cubicBezTo>
                    <a:cubicBezTo>
                      <a:pt x="1" y="599"/>
                      <a:pt x="190" y="788"/>
                      <a:pt x="410" y="788"/>
                    </a:cubicBezTo>
                    <a:cubicBezTo>
                      <a:pt x="631" y="788"/>
                      <a:pt x="788" y="599"/>
                      <a:pt x="788" y="379"/>
                    </a:cubicBezTo>
                    <a:cubicBezTo>
                      <a:pt x="788" y="158"/>
                      <a:pt x="631" y="1"/>
                      <a:pt x="41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6" name="Google Shape;6291;p63">
                <a:extLst>
                  <a:ext uri="{FF2B5EF4-FFF2-40B4-BE49-F238E27FC236}">
                    <a16:creationId xmlns:a16="http://schemas.microsoft.com/office/drawing/2014/main" id="{D9572AF1-9EF6-465A-846B-9E125F0ABD9A}"/>
                  </a:ext>
                </a:extLst>
              </p:cNvPr>
              <p:cNvSpPr/>
              <p:nvPr/>
            </p:nvSpPr>
            <p:spPr>
              <a:xfrm>
                <a:off x="-40160700" y="2339625"/>
                <a:ext cx="290650" cy="316650"/>
              </a:xfrm>
              <a:custGeom>
                <a:avLst/>
                <a:gdLst/>
                <a:ahLst/>
                <a:cxnLst/>
                <a:rect l="l" t="t" r="r" b="b"/>
                <a:pathLst>
                  <a:path w="11626" h="12666" extrusionOk="0">
                    <a:moveTo>
                      <a:pt x="7656" y="820"/>
                    </a:moveTo>
                    <a:cubicBezTo>
                      <a:pt x="7845" y="820"/>
                      <a:pt x="8003" y="946"/>
                      <a:pt x="8066" y="1072"/>
                    </a:cubicBezTo>
                    <a:cubicBezTo>
                      <a:pt x="8129" y="1355"/>
                      <a:pt x="7940" y="1639"/>
                      <a:pt x="7656" y="1639"/>
                    </a:cubicBezTo>
                    <a:lnTo>
                      <a:pt x="4065" y="1639"/>
                    </a:lnTo>
                    <a:cubicBezTo>
                      <a:pt x="3876" y="1639"/>
                      <a:pt x="3687" y="1450"/>
                      <a:pt x="3687" y="1261"/>
                    </a:cubicBezTo>
                    <a:cubicBezTo>
                      <a:pt x="3687" y="1009"/>
                      <a:pt x="3876" y="851"/>
                      <a:pt x="4065" y="820"/>
                    </a:cubicBezTo>
                    <a:close/>
                    <a:moveTo>
                      <a:pt x="7310" y="2458"/>
                    </a:moveTo>
                    <a:lnTo>
                      <a:pt x="7310" y="5860"/>
                    </a:lnTo>
                    <a:cubicBezTo>
                      <a:pt x="7310" y="6270"/>
                      <a:pt x="7467" y="6711"/>
                      <a:pt x="7656" y="7026"/>
                    </a:cubicBezTo>
                    <a:cubicBezTo>
                      <a:pt x="7026" y="7152"/>
                      <a:pt x="6396" y="7404"/>
                      <a:pt x="5797" y="7782"/>
                    </a:cubicBezTo>
                    <a:cubicBezTo>
                      <a:pt x="5146" y="8207"/>
                      <a:pt x="4241" y="8453"/>
                      <a:pt x="3401" y="8453"/>
                    </a:cubicBezTo>
                    <a:cubicBezTo>
                      <a:pt x="3306" y="8453"/>
                      <a:pt x="3212" y="8450"/>
                      <a:pt x="3120" y="8444"/>
                    </a:cubicBezTo>
                    <a:lnTo>
                      <a:pt x="4128" y="7026"/>
                    </a:lnTo>
                    <a:cubicBezTo>
                      <a:pt x="4380" y="6680"/>
                      <a:pt x="4537" y="6239"/>
                      <a:pt x="4537" y="5829"/>
                    </a:cubicBezTo>
                    <a:lnTo>
                      <a:pt x="4537" y="2458"/>
                    </a:lnTo>
                    <a:close/>
                    <a:moveTo>
                      <a:pt x="8192" y="7782"/>
                    </a:moveTo>
                    <a:cubicBezTo>
                      <a:pt x="10775" y="11500"/>
                      <a:pt x="10586" y="11216"/>
                      <a:pt x="10618" y="11279"/>
                    </a:cubicBezTo>
                    <a:cubicBezTo>
                      <a:pt x="10681" y="11563"/>
                      <a:pt x="10523" y="11846"/>
                      <a:pt x="10208" y="11846"/>
                    </a:cubicBezTo>
                    <a:lnTo>
                      <a:pt x="1576" y="11846"/>
                    </a:lnTo>
                    <a:cubicBezTo>
                      <a:pt x="1198" y="11846"/>
                      <a:pt x="1040" y="11437"/>
                      <a:pt x="1198" y="11216"/>
                    </a:cubicBezTo>
                    <a:lnTo>
                      <a:pt x="2584" y="9232"/>
                    </a:lnTo>
                    <a:cubicBezTo>
                      <a:pt x="2825" y="9263"/>
                      <a:pt x="3077" y="9280"/>
                      <a:pt x="3333" y="9280"/>
                    </a:cubicBezTo>
                    <a:cubicBezTo>
                      <a:pt x="4347" y="9280"/>
                      <a:pt x="5434" y="9022"/>
                      <a:pt x="6239" y="8444"/>
                    </a:cubicBezTo>
                    <a:cubicBezTo>
                      <a:pt x="6837" y="8066"/>
                      <a:pt x="7499" y="7814"/>
                      <a:pt x="8192" y="7782"/>
                    </a:cubicBezTo>
                    <a:close/>
                    <a:moveTo>
                      <a:pt x="4128" y="1"/>
                    </a:moveTo>
                    <a:cubicBezTo>
                      <a:pt x="3435" y="1"/>
                      <a:pt x="2899" y="536"/>
                      <a:pt x="2899" y="1261"/>
                    </a:cubicBezTo>
                    <a:cubicBezTo>
                      <a:pt x="2899" y="1765"/>
                      <a:pt x="3214" y="2237"/>
                      <a:pt x="3718" y="2426"/>
                    </a:cubicBezTo>
                    <a:lnTo>
                      <a:pt x="3718" y="5860"/>
                    </a:lnTo>
                    <a:cubicBezTo>
                      <a:pt x="3718" y="6081"/>
                      <a:pt x="3655" y="6365"/>
                      <a:pt x="3498" y="6554"/>
                    </a:cubicBezTo>
                    <a:lnTo>
                      <a:pt x="568" y="10744"/>
                    </a:lnTo>
                    <a:cubicBezTo>
                      <a:pt x="1" y="11563"/>
                      <a:pt x="568" y="12666"/>
                      <a:pt x="1607" y="12666"/>
                    </a:cubicBezTo>
                    <a:lnTo>
                      <a:pt x="10271" y="12666"/>
                    </a:lnTo>
                    <a:cubicBezTo>
                      <a:pt x="10555" y="12666"/>
                      <a:pt x="10870" y="12540"/>
                      <a:pt x="11090" y="12350"/>
                    </a:cubicBezTo>
                    <a:cubicBezTo>
                      <a:pt x="11531" y="11972"/>
                      <a:pt x="11626" y="11248"/>
                      <a:pt x="11248" y="10744"/>
                    </a:cubicBezTo>
                    <a:lnTo>
                      <a:pt x="8318" y="6554"/>
                    </a:lnTo>
                    <a:cubicBezTo>
                      <a:pt x="8160" y="6365"/>
                      <a:pt x="8097" y="6081"/>
                      <a:pt x="8097" y="5860"/>
                    </a:cubicBezTo>
                    <a:lnTo>
                      <a:pt x="8097" y="2426"/>
                    </a:lnTo>
                    <a:cubicBezTo>
                      <a:pt x="8570" y="2269"/>
                      <a:pt x="8916" y="1796"/>
                      <a:pt x="8916" y="1261"/>
                    </a:cubicBezTo>
                    <a:cubicBezTo>
                      <a:pt x="8916" y="568"/>
                      <a:pt x="8381" y="1"/>
                      <a:pt x="76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67" name="ZoneTexte 166">
            <a:extLst>
              <a:ext uri="{FF2B5EF4-FFF2-40B4-BE49-F238E27FC236}">
                <a16:creationId xmlns:a16="http://schemas.microsoft.com/office/drawing/2014/main" id="{00CE2771-D73B-4917-94AF-530F4940793E}"/>
              </a:ext>
            </a:extLst>
          </p:cNvPr>
          <p:cNvSpPr txBox="1"/>
          <p:nvPr/>
        </p:nvSpPr>
        <p:spPr>
          <a:xfrm>
            <a:off x="451961" y="3820115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70C0"/>
                </a:solidFill>
                <a:latin typeface="Raleway" pitchFamily="2" charset="0"/>
              </a:rPr>
              <a:t>EXPÉRIMENTATION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33315B58-960E-4D83-A8B7-337683A323D0}"/>
              </a:ext>
            </a:extLst>
          </p:cNvPr>
          <p:cNvGrpSpPr/>
          <p:nvPr/>
        </p:nvGrpSpPr>
        <p:grpSpPr>
          <a:xfrm>
            <a:off x="2805989" y="2846120"/>
            <a:ext cx="959691" cy="959691"/>
            <a:chOff x="2707610" y="2825299"/>
            <a:chExt cx="959691" cy="959691"/>
          </a:xfrm>
        </p:grpSpPr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61449F36-7C70-42F2-B52E-3F50398C712B}"/>
                </a:ext>
              </a:extLst>
            </p:cNvPr>
            <p:cNvSpPr/>
            <p:nvPr/>
          </p:nvSpPr>
          <p:spPr>
            <a:xfrm>
              <a:off x="2707610" y="2825299"/>
              <a:ext cx="959691" cy="95969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8" name="Google Shape;6529;p64">
              <a:extLst>
                <a:ext uri="{FF2B5EF4-FFF2-40B4-BE49-F238E27FC236}">
                  <a16:creationId xmlns:a16="http://schemas.microsoft.com/office/drawing/2014/main" id="{BF82FBA0-BBDD-4055-80A9-523D63DF4900}"/>
                </a:ext>
              </a:extLst>
            </p:cNvPr>
            <p:cNvGrpSpPr/>
            <p:nvPr/>
          </p:nvGrpSpPr>
          <p:grpSpPr>
            <a:xfrm>
              <a:off x="2935685" y="3062264"/>
              <a:ext cx="503540" cy="485760"/>
              <a:chOff x="-32243500" y="2299850"/>
              <a:chExt cx="300900" cy="290275"/>
            </a:xfrm>
            <a:solidFill>
              <a:schemeClr val="bg1"/>
            </a:solidFill>
          </p:grpSpPr>
          <p:sp>
            <p:nvSpPr>
              <p:cNvPr id="169" name="Google Shape;6530;p64">
                <a:extLst>
                  <a:ext uri="{FF2B5EF4-FFF2-40B4-BE49-F238E27FC236}">
                    <a16:creationId xmlns:a16="http://schemas.microsoft.com/office/drawing/2014/main" id="{86B6954F-9B52-4D0B-83E7-EA7D805F9D0D}"/>
                  </a:ext>
                </a:extLst>
              </p:cNvPr>
              <p:cNvSpPr/>
              <p:nvPr/>
            </p:nvSpPr>
            <p:spPr>
              <a:xfrm>
                <a:off x="-32243500" y="2299850"/>
                <a:ext cx="3009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1611" extrusionOk="0">
                    <a:moveTo>
                      <a:pt x="7955" y="654"/>
                    </a:moveTo>
                    <a:cubicBezTo>
                      <a:pt x="8743" y="654"/>
                      <a:pt x="9531" y="946"/>
                      <a:pt x="10114" y="1529"/>
                    </a:cubicBezTo>
                    <a:cubicBezTo>
                      <a:pt x="11311" y="2726"/>
                      <a:pt x="11311" y="4679"/>
                      <a:pt x="10114" y="5876"/>
                    </a:cubicBezTo>
                    <a:cubicBezTo>
                      <a:pt x="9540" y="6450"/>
                      <a:pt x="8752" y="6766"/>
                      <a:pt x="7951" y="6766"/>
                    </a:cubicBezTo>
                    <a:cubicBezTo>
                      <a:pt x="7565" y="6766"/>
                      <a:pt x="7175" y="6692"/>
                      <a:pt x="6806" y="6538"/>
                    </a:cubicBezTo>
                    <a:cubicBezTo>
                      <a:pt x="6759" y="6526"/>
                      <a:pt x="6709" y="6519"/>
                      <a:pt x="6661" y="6519"/>
                    </a:cubicBezTo>
                    <a:cubicBezTo>
                      <a:pt x="6577" y="6519"/>
                      <a:pt x="6499" y="6541"/>
                      <a:pt x="6459" y="6601"/>
                    </a:cubicBezTo>
                    <a:lnTo>
                      <a:pt x="5545" y="7514"/>
                    </a:lnTo>
                    <a:lnTo>
                      <a:pt x="4726" y="7514"/>
                    </a:lnTo>
                    <a:cubicBezTo>
                      <a:pt x="4537" y="7514"/>
                      <a:pt x="4380" y="7672"/>
                      <a:pt x="4380" y="7861"/>
                    </a:cubicBezTo>
                    <a:lnTo>
                      <a:pt x="4380" y="8460"/>
                    </a:lnTo>
                    <a:lnTo>
                      <a:pt x="3907" y="8428"/>
                    </a:lnTo>
                    <a:cubicBezTo>
                      <a:pt x="3813" y="8428"/>
                      <a:pt x="3687" y="8428"/>
                      <a:pt x="3655" y="8491"/>
                    </a:cubicBezTo>
                    <a:cubicBezTo>
                      <a:pt x="3592" y="8554"/>
                      <a:pt x="3529" y="8649"/>
                      <a:pt x="3529" y="8743"/>
                    </a:cubicBezTo>
                    <a:lnTo>
                      <a:pt x="3466" y="9531"/>
                    </a:lnTo>
                    <a:lnTo>
                      <a:pt x="2678" y="9594"/>
                    </a:lnTo>
                    <a:cubicBezTo>
                      <a:pt x="2584" y="9594"/>
                      <a:pt x="2521" y="9657"/>
                      <a:pt x="2426" y="9720"/>
                    </a:cubicBezTo>
                    <a:cubicBezTo>
                      <a:pt x="2395" y="9814"/>
                      <a:pt x="2363" y="9877"/>
                      <a:pt x="2363" y="9972"/>
                    </a:cubicBezTo>
                    <a:lnTo>
                      <a:pt x="2426" y="10665"/>
                    </a:lnTo>
                    <a:lnTo>
                      <a:pt x="2174" y="10949"/>
                    </a:lnTo>
                    <a:lnTo>
                      <a:pt x="694" y="10949"/>
                    </a:lnTo>
                    <a:lnTo>
                      <a:pt x="694" y="9499"/>
                    </a:lnTo>
                    <a:lnTo>
                      <a:pt x="757" y="9499"/>
                    </a:lnTo>
                    <a:lnTo>
                      <a:pt x="5041" y="5215"/>
                    </a:lnTo>
                    <a:cubicBezTo>
                      <a:pt x="5104" y="5120"/>
                      <a:pt x="5167" y="4963"/>
                      <a:pt x="5104" y="4837"/>
                    </a:cubicBezTo>
                    <a:cubicBezTo>
                      <a:pt x="4695" y="3702"/>
                      <a:pt x="4947" y="2411"/>
                      <a:pt x="5797" y="1529"/>
                    </a:cubicBezTo>
                    <a:cubicBezTo>
                      <a:pt x="6380" y="946"/>
                      <a:pt x="7168" y="654"/>
                      <a:pt x="7955" y="654"/>
                    </a:cubicBezTo>
                    <a:close/>
                    <a:moveTo>
                      <a:pt x="7936" y="1"/>
                    </a:moveTo>
                    <a:cubicBezTo>
                      <a:pt x="6971" y="1"/>
                      <a:pt x="6002" y="363"/>
                      <a:pt x="5262" y="1088"/>
                    </a:cubicBezTo>
                    <a:cubicBezTo>
                      <a:pt x="4285" y="2096"/>
                      <a:pt x="3939" y="3576"/>
                      <a:pt x="4380" y="4931"/>
                    </a:cubicBezTo>
                    <a:lnTo>
                      <a:pt x="126" y="9184"/>
                    </a:lnTo>
                    <a:cubicBezTo>
                      <a:pt x="32" y="9247"/>
                      <a:pt x="0" y="9342"/>
                      <a:pt x="0" y="9405"/>
                    </a:cubicBezTo>
                    <a:lnTo>
                      <a:pt x="0" y="11358"/>
                    </a:lnTo>
                    <a:cubicBezTo>
                      <a:pt x="32" y="11453"/>
                      <a:pt x="189" y="11610"/>
                      <a:pt x="379" y="11610"/>
                    </a:cubicBezTo>
                    <a:lnTo>
                      <a:pt x="2332" y="11610"/>
                    </a:lnTo>
                    <a:cubicBezTo>
                      <a:pt x="2395" y="11610"/>
                      <a:pt x="2521" y="11579"/>
                      <a:pt x="2552" y="11516"/>
                    </a:cubicBezTo>
                    <a:lnTo>
                      <a:pt x="3025" y="11043"/>
                    </a:lnTo>
                    <a:cubicBezTo>
                      <a:pt x="3119" y="10949"/>
                      <a:pt x="3151" y="10823"/>
                      <a:pt x="3119" y="10759"/>
                    </a:cubicBezTo>
                    <a:lnTo>
                      <a:pt x="3025" y="10255"/>
                    </a:lnTo>
                    <a:lnTo>
                      <a:pt x="3750" y="10161"/>
                    </a:lnTo>
                    <a:cubicBezTo>
                      <a:pt x="3907" y="10161"/>
                      <a:pt x="4002" y="10003"/>
                      <a:pt x="4065" y="9846"/>
                    </a:cubicBezTo>
                    <a:lnTo>
                      <a:pt x="4128" y="9153"/>
                    </a:lnTo>
                    <a:lnTo>
                      <a:pt x="4663" y="9216"/>
                    </a:lnTo>
                    <a:cubicBezTo>
                      <a:pt x="4726" y="9216"/>
                      <a:pt x="4852" y="9216"/>
                      <a:pt x="4915" y="9153"/>
                    </a:cubicBezTo>
                    <a:cubicBezTo>
                      <a:pt x="5010" y="9058"/>
                      <a:pt x="5041" y="8995"/>
                      <a:pt x="5041" y="8901"/>
                    </a:cubicBezTo>
                    <a:lnTo>
                      <a:pt x="5041" y="8271"/>
                    </a:lnTo>
                    <a:lnTo>
                      <a:pt x="5671" y="8271"/>
                    </a:lnTo>
                    <a:cubicBezTo>
                      <a:pt x="5734" y="8271"/>
                      <a:pt x="5829" y="8239"/>
                      <a:pt x="5892" y="8145"/>
                    </a:cubicBezTo>
                    <a:lnTo>
                      <a:pt x="6774" y="7325"/>
                    </a:lnTo>
                    <a:cubicBezTo>
                      <a:pt x="7153" y="7452"/>
                      <a:pt x="7548" y="7514"/>
                      <a:pt x="7941" y="7514"/>
                    </a:cubicBezTo>
                    <a:cubicBezTo>
                      <a:pt x="8920" y="7514"/>
                      <a:pt x="9889" y="7131"/>
                      <a:pt x="10586" y="6412"/>
                    </a:cubicBezTo>
                    <a:cubicBezTo>
                      <a:pt x="12035" y="4963"/>
                      <a:pt x="12035" y="2568"/>
                      <a:pt x="10586" y="1088"/>
                    </a:cubicBezTo>
                    <a:cubicBezTo>
                      <a:pt x="9862" y="363"/>
                      <a:pt x="8901" y="1"/>
                      <a:pt x="793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" name="Google Shape;6531;p64">
                <a:extLst>
                  <a:ext uri="{FF2B5EF4-FFF2-40B4-BE49-F238E27FC236}">
                    <a16:creationId xmlns:a16="http://schemas.microsoft.com/office/drawing/2014/main" id="{1B34206D-05FC-40A9-9325-C731A923C4B7}"/>
                  </a:ext>
                </a:extLst>
              </p:cNvPr>
              <p:cNvSpPr/>
              <p:nvPr/>
            </p:nvSpPr>
            <p:spPr>
              <a:xfrm>
                <a:off x="-32048175" y="2342775"/>
                <a:ext cx="55950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2041" extrusionOk="0">
                    <a:moveTo>
                      <a:pt x="1119" y="662"/>
                    </a:moveTo>
                    <a:cubicBezTo>
                      <a:pt x="1206" y="662"/>
                      <a:pt x="1292" y="694"/>
                      <a:pt x="1355" y="757"/>
                    </a:cubicBezTo>
                    <a:cubicBezTo>
                      <a:pt x="1481" y="883"/>
                      <a:pt x="1481" y="1135"/>
                      <a:pt x="1355" y="1229"/>
                    </a:cubicBezTo>
                    <a:cubicBezTo>
                      <a:pt x="1292" y="1292"/>
                      <a:pt x="1206" y="1324"/>
                      <a:pt x="1119" y="1324"/>
                    </a:cubicBezTo>
                    <a:cubicBezTo>
                      <a:pt x="1032" y="1324"/>
                      <a:pt x="946" y="1292"/>
                      <a:pt x="883" y="1229"/>
                    </a:cubicBezTo>
                    <a:cubicBezTo>
                      <a:pt x="725" y="1135"/>
                      <a:pt x="725" y="914"/>
                      <a:pt x="883" y="757"/>
                    </a:cubicBezTo>
                    <a:cubicBezTo>
                      <a:pt x="946" y="694"/>
                      <a:pt x="1032" y="662"/>
                      <a:pt x="1119" y="662"/>
                    </a:cubicBezTo>
                    <a:close/>
                    <a:moveTo>
                      <a:pt x="1115" y="1"/>
                    </a:moveTo>
                    <a:cubicBezTo>
                      <a:pt x="851" y="1"/>
                      <a:pt x="584" y="95"/>
                      <a:pt x="379" y="284"/>
                    </a:cubicBezTo>
                    <a:cubicBezTo>
                      <a:pt x="1" y="694"/>
                      <a:pt x="1" y="1355"/>
                      <a:pt x="379" y="1733"/>
                    </a:cubicBezTo>
                    <a:cubicBezTo>
                      <a:pt x="599" y="1938"/>
                      <a:pt x="867" y="2041"/>
                      <a:pt x="1127" y="2041"/>
                    </a:cubicBezTo>
                    <a:cubicBezTo>
                      <a:pt x="1387" y="2041"/>
                      <a:pt x="1639" y="1938"/>
                      <a:pt x="1828" y="1733"/>
                    </a:cubicBezTo>
                    <a:cubicBezTo>
                      <a:pt x="2238" y="1355"/>
                      <a:pt x="2238" y="694"/>
                      <a:pt x="1828" y="284"/>
                    </a:cubicBezTo>
                    <a:cubicBezTo>
                      <a:pt x="1639" y="95"/>
                      <a:pt x="1379" y="1"/>
                      <a:pt x="11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78" name="Flèche : bas 177">
            <a:extLst>
              <a:ext uri="{FF2B5EF4-FFF2-40B4-BE49-F238E27FC236}">
                <a16:creationId xmlns:a16="http://schemas.microsoft.com/office/drawing/2014/main" id="{3382BC1E-021E-4729-8705-EA0BD819CD80}"/>
              </a:ext>
            </a:extLst>
          </p:cNvPr>
          <p:cNvSpPr/>
          <p:nvPr/>
        </p:nvSpPr>
        <p:spPr>
          <a:xfrm rot="16200000">
            <a:off x="1900365" y="3116452"/>
            <a:ext cx="313316" cy="419026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68110212-A85E-48FA-998A-DF7761CF35D0}"/>
              </a:ext>
            </a:extLst>
          </p:cNvPr>
          <p:cNvSpPr txBox="1"/>
          <p:nvPr/>
        </p:nvSpPr>
        <p:spPr>
          <a:xfrm>
            <a:off x="2330855" y="3830376"/>
            <a:ext cx="190995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00B0F0"/>
                </a:solidFill>
                <a:latin typeface="Raleway" pitchFamily="2" charset="0"/>
              </a:rPr>
              <a:t>DÉCOUVERTE</a:t>
            </a:r>
          </a:p>
        </p:txBody>
      </p:sp>
      <p:sp>
        <p:nvSpPr>
          <p:cNvPr id="180" name="Flèche : bas 179">
            <a:extLst>
              <a:ext uri="{FF2B5EF4-FFF2-40B4-BE49-F238E27FC236}">
                <a16:creationId xmlns:a16="http://schemas.microsoft.com/office/drawing/2014/main" id="{FC48DD8F-1976-4834-A576-946A3D2C53E5}"/>
              </a:ext>
            </a:extLst>
          </p:cNvPr>
          <p:cNvSpPr/>
          <p:nvPr/>
        </p:nvSpPr>
        <p:spPr>
          <a:xfrm rot="16200000">
            <a:off x="3789055" y="3116453"/>
            <a:ext cx="313316" cy="41902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bas 180">
            <a:extLst>
              <a:ext uri="{FF2B5EF4-FFF2-40B4-BE49-F238E27FC236}">
                <a16:creationId xmlns:a16="http://schemas.microsoft.com/office/drawing/2014/main" id="{B6BFC2E6-430F-4E03-BEC1-8BC92C8F1825}"/>
              </a:ext>
            </a:extLst>
          </p:cNvPr>
          <p:cNvSpPr/>
          <p:nvPr/>
        </p:nvSpPr>
        <p:spPr>
          <a:xfrm rot="16200000">
            <a:off x="5647138" y="3116453"/>
            <a:ext cx="313316" cy="419026"/>
          </a:xfrm>
          <a:prstGeom prst="downArrow">
            <a:avLst/>
          </a:prstGeom>
          <a:solidFill>
            <a:srgbClr val="346A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84C0599F-7EE7-4129-B61A-E7696E16B7E0}"/>
              </a:ext>
            </a:extLst>
          </p:cNvPr>
          <p:cNvGrpSpPr/>
          <p:nvPr/>
        </p:nvGrpSpPr>
        <p:grpSpPr>
          <a:xfrm>
            <a:off x="839513" y="4674752"/>
            <a:ext cx="959691" cy="959691"/>
            <a:chOff x="9906187" y="506198"/>
            <a:chExt cx="959691" cy="959691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ABE6926D-1AAC-45F2-8B98-99AB9BFE7BF9}"/>
                </a:ext>
              </a:extLst>
            </p:cNvPr>
            <p:cNvSpPr/>
            <p:nvPr/>
          </p:nvSpPr>
          <p:spPr>
            <a:xfrm>
              <a:off x="9906187" y="506198"/>
              <a:ext cx="959691" cy="959691"/>
            </a:xfrm>
            <a:prstGeom prst="ellipse">
              <a:avLst/>
            </a:prstGeom>
            <a:solidFill>
              <a:srgbClr val="2C4D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8" name="Google Shape;4488;p59">
              <a:extLst>
                <a:ext uri="{FF2B5EF4-FFF2-40B4-BE49-F238E27FC236}">
                  <a16:creationId xmlns:a16="http://schemas.microsoft.com/office/drawing/2014/main" id="{1DC9979E-2D40-428A-B24B-F8F4E2B1227E}"/>
                </a:ext>
              </a:extLst>
            </p:cNvPr>
            <p:cNvGrpSpPr/>
            <p:nvPr/>
          </p:nvGrpSpPr>
          <p:grpSpPr>
            <a:xfrm>
              <a:off x="10148628" y="750926"/>
              <a:ext cx="474808" cy="470235"/>
              <a:chOff x="3860250" y="1427025"/>
              <a:chExt cx="487900" cy="483200"/>
            </a:xfrm>
            <a:solidFill>
              <a:schemeClr val="bg1"/>
            </a:solidFill>
          </p:grpSpPr>
          <p:sp>
            <p:nvSpPr>
              <p:cNvPr id="189" name="Google Shape;4489;p59">
                <a:extLst>
                  <a:ext uri="{FF2B5EF4-FFF2-40B4-BE49-F238E27FC236}">
                    <a16:creationId xmlns:a16="http://schemas.microsoft.com/office/drawing/2014/main" id="{B2B57789-53DA-4298-A1F9-D1D7807BDCF7}"/>
                  </a:ext>
                </a:extLst>
              </p:cNvPr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190" name="Google Shape;4490;p59">
                <a:extLst>
                  <a:ext uri="{FF2B5EF4-FFF2-40B4-BE49-F238E27FC236}">
                    <a16:creationId xmlns:a16="http://schemas.microsoft.com/office/drawing/2014/main" id="{0D7880A2-9E21-452B-BFC4-71E1F38C2417}"/>
                  </a:ext>
                </a:extLst>
              </p:cNvPr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191" name="Google Shape;4491;p59">
                <a:extLst>
                  <a:ext uri="{FF2B5EF4-FFF2-40B4-BE49-F238E27FC236}">
                    <a16:creationId xmlns:a16="http://schemas.microsoft.com/office/drawing/2014/main" id="{C32F4724-D192-49A4-B196-0F8BEA5B9912}"/>
                  </a:ext>
                </a:extLst>
              </p:cNvPr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92" name="ZoneTexte 191">
            <a:extLst>
              <a:ext uri="{FF2B5EF4-FFF2-40B4-BE49-F238E27FC236}">
                <a16:creationId xmlns:a16="http://schemas.microsoft.com/office/drawing/2014/main" id="{804AE2E0-41AD-4B1F-93BB-7CD3B32393C0}"/>
              </a:ext>
            </a:extLst>
          </p:cNvPr>
          <p:cNvSpPr txBox="1"/>
          <p:nvPr/>
        </p:nvSpPr>
        <p:spPr>
          <a:xfrm>
            <a:off x="571594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2C4D7E"/>
                </a:solidFill>
                <a:latin typeface="Raleway" pitchFamily="2" charset="0"/>
              </a:rPr>
              <a:t>TRANSFERT</a:t>
            </a:r>
          </a:p>
        </p:txBody>
      </p:sp>
      <p:grpSp>
        <p:nvGrpSpPr>
          <p:cNvPr id="206" name="Groupe 205">
            <a:extLst>
              <a:ext uri="{FF2B5EF4-FFF2-40B4-BE49-F238E27FC236}">
                <a16:creationId xmlns:a16="http://schemas.microsoft.com/office/drawing/2014/main" id="{37929D07-7A76-4A9C-A972-1A93706BB1F4}"/>
              </a:ext>
            </a:extLst>
          </p:cNvPr>
          <p:cNvGrpSpPr/>
          <p:nvPr/>
        </p:nvGrpSpPr>
        <p:grpSpPr>
          <a:xfrm>
            <a:off x="2510462" y="4667671"/>
            <a:ext cx="959691" cy="959691"/>
            <a:chOff x="2309345" y="4667671"/>
            <a:chExt cx="959691" cy="959691"/>
          </a:xfrm>
        </p:grpSpPr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67F0BFBA-96E8-4C0C-BB55-A255AC38643D}"/>
                </a:ext>
              </a:extLst>
            </p:cNvPr>
            <p:cNvSpPr/>
            <p:nvPr/>
          </p:nvSpPr>
          <p:spPr>
            <a:xfrm>
              <a:off x="2309345" y="4667671"/>
              <a:ext cx="959691" cy="959691"/>
            </a:xfrm>
            <a:prstGeom prst="ellipse">
              <a:avLst/>
            </a:prstGeom>
            <a:solidFill>
              <a:srgbClr val="471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u="sng"/>
            </a:p>
          </p:txBody>
        </p:sp>
        <p:grpSp>
          <p:nvGrpSpPr>
            <p:cNvPr id="199" name="Google Shape;6643;p64">
              <a:extLst>
                <a:ext uri="{FF2B5EF4-FFF2-40B4-BE49-F238E27FC236}">
                  <a16:creationId xmlns:a16="http://schemas.microsoft.com/office/drawing/2014/main" id="{AEA46149-8E29-443D-8ACC-384B1DFD38FD}"/>
                </a:ext>
              </a:extLst>
            </p:cNvPr>
            <p:cNvGrpSpPr/>
            <p:nvPr/>
          </p:nvGrpSpPr>
          <p:grpSpPr>
            <a:xfrm>
              <a:off x="2594536" y="4896589"/>
              <a:ext cx="508577" cy="501855"/>
              <a:chOff x="-34418125" y="2271100"/>
              <a:chExt cx="296950" cy="293025"/>
            </a:xfrm>
            <a:solidFill>
              <a:schemeClr val="bg1"/>
            </a:solidFill>
          </p:grpSpPr>
          <p:sp>
            <p:nvSpPr>
              <p:cNvPr id="200" name="Google Shape;6644;p64">
                <a:extLst>
                  <a:ext uri="{FF2B5EF4-FFF2-40B4-BE49-F238E27FC236}">
                    <a16:creationId xmlns:a16="http://schemas.microsoft.com/office/drawing/2014/main" id="{06533B57-33F6-4499-8603-C884B3D1FB1D}"/>
                  </a:ext>
                </a:extLst>
              </p:cNvPr>
              <p:cNvSpPr/>
              <p:nvPr/>
            </p:nvSpPr>
            <p:spPr>
              <a:xfrm>
                <a:off x="-34418125" y="2271100"/>
                <a:ext cx="296950" cy="293025"/>
              </a:xfrm>
              <a:custGeom>
                <a:avLst/>
                <a:gdLst/>
                <a:ahLst/>
                <a:cxnLst/>
                <a:rect l="l" t="t" r="r" b="b"/>
                <a:pathLst>
                  <a:path w="11878" h="11721" extrusionOk="0">
                    <a:moveTo>
                      <a:pt x="6207" y="1229"/>
                    </a:moveTo>
                    <a:lnTo>
                      <a:pt x="7089" y="2080"/>
                    </a:lnTo>
                    <a:lnTo>
                      <a:pt x="6207" y="2080"/>
                    </a:lnTo>
                    <a:lnTo>
                      <a:pt x="6207" y="1229"/>
                    </a:lnTo>
                    <a:close/>
                    <a:moveTo>
                      <a:pt x="7561" y="9074"/>
                    </a:moveTo>
                    <a:lnTo>
                      <a:pt x="7561" y="10366"/>
                    </a:lnTo>
                    <a:lnTo>
                      <a:pt x="6238" y="10366"/>
                    </a:lnTo>
                    <a:lnTo>
                      <a:pt x="7561" y="9074"/>
                    </a:lnTo>
                    <a:close/>
                    <a:moveTo>
                      <a:pt x="5514" y="725"/>
                    </a:moveTo>
                    <a:lnTo>
                      <a:pt x="5514" y="2427"/>
                    </a:lnTo>
                    <a:cubicBezTo>
                      <a:pt x="5514" y="2616"/>
                      <a:pt x="5671" y="2773"/>
                      <a:pt x="5860" y="2773"/>
                    </a:cubicBezTo>
                    <a:lnTo>
                      <a:pt x="7561" y="2773"/>
                    </a:lnTo>
                    <a:lnTo>
                      <a:pt x="7561" y="4222"/>
                    </a:lnTo>
                    <a:cubicBezTo>
                      <a:pt x="6837" y="4947"/>
                      <a:pt x="6742" y="5924"/>
                      <a:pt x="6994" y="6711"/>
                    </a:cubicBezTo>
                    <a:lnTo>
                      <a:pt x="4726" y="8980"/>
                    </a:lnTo>
                    <a:lnTo>
                      <a:pt x="1670" y="8980"/>
                    </a:lnTo>
                    <a:cubicBezTo>
                      <a:pt x="1481" y="8980"/>
                      <a:pt x="1323" y="9137"/>
                      <a:pt x="1323" y="9358"/>
                    </a:cubicBezTo>
                    <a:cubicBezTo>
                      <a:pt x="1323" y="9547"/>
                      <a:pt x="1481" y="9704"/>
                      <a:pt x="1670" y="9704"/>
                    </a:cubicBezTo>
                    <a:lnTo>
                      <a:pt x="4033" y="9704"/>
                    </a:lnTo>
                    <a:lnTo>
                      <a:pt x="3718" y="10019"/>
                    </a:lnTo>
                    <a:cubicBezTo>
                      <a:pt x="3623" y="10145"/>
                      <a:pt x="3529" y="10240"/>
                      <a:pt x="3497" y="10397"/>
                    </a:cubicBezTo>
                    <a:lnTo>
                      <a:pt x="662" y="10397"/>
                    </a:lnTo>
                    <a:lnTo>
                      <a:pt x="662" y="725"/>
                    </a:lnTo>
                    <a:close/>
                    <a:moveTo>
                      <a:pt x="9295" y="4211"/>
                    </a:moveTo>
                    <a:cubicBezTo>
                      <a:pt x="9367" y="4211"/>
                      <a:pt x="9441" y="4215"/>
                      <a:pt x="9515" y="4222"/>
                    </a:cubicBezTo>
                    <a:lnTo>
                      <a:pt x="9042" y="4695"/>
                    </a:lnTo>
                    <a:cubicBezTo>
                      <a:pt x="8664" y="5073"/>
                      <a:pt x="8664" y="5766"/>
                      <a:pt x="9042" y="6144"/>
                    </a:cubicBezTo>
                    <a:cubicBezTo>
                      <a:pt x="9247" y="6349"/>
                      <a:pt x="9515" y="6451"/>
                      <a:pt x="9779" y="6451"/>
                    </a:cubicBezTo>
                    <a:cubicBezTo>
                      <a:pt x="10042" y="6451"/>
                      <a:pt x="10302" y="6349"/>
                      <a:pt x="10491" y="6144"/>
                    </a:cubicBezTo>
                    <a:lnTo>
                      <a:pt x="10964" y="5672"/>
                    </a:lnTo>
                    <a:lnTo>
                      <a:pt x="10964" y="5672"/>
                    </a:lnTo>
                    <a:cubicBezTo>
                      <a:pt x="11058" y="6239"/>
                      <a:pt x="10869" y="6743"/>
                      <a:pt x="10491" y="7089"/>
                    </a:cubicBezTo>
                    <a:cubicBezTo>
                      <a:pt x="10183" y="7418"/>
                      <a:pt x="9741" y="7626"/>
                      <a:pt x="9278" y="7626"/>
                    </a:cubicBezTo>
                    <a:cubicBezTo>
                      <a:pt x="9031" y="7626"/>
                      <a:pt x="8779" y="7567"/>
                      <a:pt x="8538" y="7436"/>
                    </a:cubicBezTo>
                    <a:cubicBezTo>
                      <a:pt x="8496" y="7415"/>
                      <a:pt x="8451" y="7404"/>
                      <a:pt x="8404" y="7404"/>
                    </a:cubicBezTo>
                    <a:cubicBezTo>
                      <a:pt x="8311" y="7404"/>
                      <a:pt x="8213" y="7446"/>
                      <a:pt x="8129" y="7530"/>
                    </a:cubicBezTo>
                    <a:lnTo>
                      <a:pt x="4726" y="10964"/>
                    </a:lnTo>
                    <a:cubicBezTo>
                      <a:pt x="4663" y="11012"/>
                      <a:pt x="4568" y="11035"/>
                      <a:pt x="4478" y="11035"/>
                    </a:cubicBezTo>
                    <a:cubicBezTo>
                      <a:pt x="4387" y="11035"/>
                      <a:pt x="4301" y="11012"/>
                      <a:pt x="4253" y="10964"/>
                    </a:cubicBezTo>
                    <a:cubicBezTo>
                      <a:pt x="4127" y="10838"/>
                      <a:pt x="4127" y="10586"/>
                      <a:pt x="4253" y="10492"/>
                    </a:cubicBezTo>
                    <a:lnTo>
                      <a:pt x="7656" y="7058"/>
                    </a:lnTo>
                    <a:cubicBezTo>
                      <a:pt x="7782" y="6932"/>
                      <a:pt x="7782" y="6774"/>
                      <a:pt x="7750" y="6648"/>
                    </a:cubicBezTo>
                    <a:cubicBezTo>
                      <a:pt x="7467" y="6113"/>
                      <a:pt x="7498" y="5356"/>
                      <a:pt x="7971" y="4821"/>
                    </a:cubicBezTo>
                    <a:cubicBezTo>
                      <a:pt x="8330" y="4407"/>
                      <a:pt x="8785" y="4211"/>
                      <a:pt x="9295" y="4211"/>
                    </a:cubicBezTo>
                    <a:close/>
                    <a:moveTo>
                      <a:pt x="378" y="1"/>
                    </a:moveTo>
                    <a:cubicBezTo>
                      <a:pt x="189" y="1"/>
                      <a:pt x="32" y="158"/>
                      <a:pt x="32" y="347"/>
                    </a:cubicBezTo>
                    <a:lnTo>
                      <a:pt x="32" y="10681"/>
                    </a:lnTo>
                    <a:cubicBezTo>
                      <a:pt x="0" y="10870"/>
                      <a:pt x="158" y="11027"/>
                      <a:pt x="347" y="11027"/>
                    </a:cubicBezTo>
                    <a:lnTo>
                      <a:pt x="3529" y="11027"/>
                    </a:lnTo>
                    <a:cubicBezTo>
                      <a:pt x="3560" y="11185"/>
                      <a:pt x="3655" y="11311"/>
                      <a:pt x="3781" y="11437"/>
                    </a:cubicBezTo>
                    <a:cubicBezTo>
                      <a:pt x="3970" y="11626"/>
                      <a:pt x="4230" y="11720"/>
                      <a:pt x="4494" y="11720"/>
                    </a:cubicBezTo>
                    <a:cubicBezTo>
                      <a:pt x="4758" y="11720"/>
                      <a:pt x="5025" y="11626"/>
                      <a:pt x="5230" y="11437"/>
                    </a:cubicBezTo>
                    <a:lnTo>
                      <a:pt x="5608" y="11027"/>
                    </a:lnTo>
                    <a:lnTo>
                      <a:pt x="7940" y="11027"/>
                    </a:lnTo>
                    <a:cubicBezTo>
                      <a:pt x="8129" y="11027"/>
                      <a:pt x="8286" y="10870"/>
                      <a:pt x="8286" y="10681"/>
                    </a:cubicBezTo>
                    <a:lnTo>
                      <a:pt x="8286" y="8349"/>
                    </a:lnTo>
                    <a:lnTo>
                      <a:pt x="8538" y="8129"/>
                    </a:lnTo>
                    <a:cubicBezTo>
                      <a:pt x="8792" y="8220"/>
                      <a:pt x="9065" y="8269"/>
                      <a:pt x="9344" y="8269"/>
                    </a:cubicBezTo>
                    <a:cubicBezTo>
                      <a:pt x="9929" y="8269"/>
                      <a:pt x="10536" y="8053"/>
                      <a:pt x="11027" y="7562"/>
                    </a:cubicBezTo>
                    <a:cubicBezTo>
                      <a:pt x="11752" y="6806"/>
                      <a:pt x="11878" y="5735"/>
                      <a:pt x="11500" y="4852"/>
                    </a:cubicBezTo>
                    <a:cubicBezTo>
                      <a:pt x="11437" y="4726"/>
                      <a:pt x="11342" y="4695"/>
                      <a:pt x="11248" y="4663"/>
                    </a:cubicBezTo>
                    <a:cubicBezTo>
                      <a:pt x="11122" y="4663"/>
                      <a:pt x="11027" y="4663"/>
                      <a:pt x="10932" y="4726"/>
                    </a:cubicBezTo>
                    <a:lnTo>
                      <a:pt x="10082" y="5609"/>
                    </a:lnTo>
                    <a:cubicBezTo>
                      <a:pt x="10019" y="5656"/>
                      <a:pt x="9924" y="5679"/>
                      <a:pt x="9834" y="5679"/>
                    </a:cubicBezTo>
                    <a:cubicBezTo>
                      <a:pt x="9743" y="5679"/>
                      <a:pt x="9657" y="5656"/>
                      <a:pt x="9609" y="5609"/>
                    </a:cubicBezTo>
                    <a:cubicBezTo>
                      <a:pt x="9483" y="5483"/>
                      <a:pt x="9483" y="5230"/>
                      <a:pt x="9609" y="5136"/>
                    </a:cubicBezTo>
                    <a:lnTo>
                      <a:pt x="10460" y="4254"/>
                    </a:lnTo>
                    <a:cubicBezTo>
                      <a:pt x="10554" y="4191"/>
                      <a:pt x="10586" y="4065"/>
                      <a:pt x="10554" y="3939"/>
                    </a:cubicBezTo>
                    <a:cubicBezTo>
                      <a:pt x="10554" y="3813"/>
                      <a:pt x="10460" y="3750"/>
                      <a:pt x="10334" y="3718"/>
                    </a:cubicBezTo>
                    <a:cubicBezTo>
                      <a:pt x="10003" y="3561"/>
                      <a:pt x="9649" y="3482"/>
                      <a:pt x="9298" y="3482"/>
                    </a:cubicBezTo>
                    <a:cubicBezTo>
                      <a:pt x="8948" y="3482"/>
                      <a:pt x="8601" y="3561"/>
                      <a:pt x="8286" y="3718"/>
                    </a:cubicBezTo>
                    <a:lnTo>
                      <a:pt x="8286" y="2395"/>
                    </a:lnTo>
                    <a:cubicBezTo>
                      <a:pt x="8286" y="2332"/>
                      <a:pt x="8255" y="2206"/>
                      <a:pt x="8192" y="2175"/>
                    </a:cubicBezTo>
                    <a:lnTo>
                      <a:pt x="6144" y="127"/>
                    </a:lnTo>
                    <a:cubicBezTo>
                      <a:pt x="6049" y="64"/>
                      <a:pt x="5986" y="1"/>
                      <a:pt x="58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1" name="Google Shape;6645;p64">
                <a:extLst>
                  <a:ext uri="{FF2B5EF4-FFF2-40B4-BE49-F238E27FC236}">
                    <a16:creationId xmlns:a16="http://schemas.microsoft.com/office/drawing/2014/main" id="{893567EB-6A8C-474D-A32F-7151CB7FC36B}"/>
                  </a:ext>
                </a:extLst>
              </p:cNvPr>
              <p:cNvSpPr/>
              <p:nvPr/>
            </p:nvSpPr>
            <p:spPr>
              <a:xfrm>
                <a:off x="-34331500" y="23057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cubicBezTo>
                      <a:pt x="536" y="725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2" name="Google Shape;6646;p64">
                <a:extLst>
                  <a:ext uri="{FF2B5EF4-FFF2-40B4-BE49-F238E27FC236}">
                    <a16:creationId xmlns:a16="http://schemas.microsoft.com/office/drawing/2014/main" id="{7047073B-9BF4-491A-BE3C-F1E088B0B798}"/>
                  </a:ext>
                </a:extLst>
              </p:cNvPr>
              <p:cNvSpPr/>
              <p:nvPr/>
            </p:nvSpPr>
            <p:spPr>
              <a:xfrm>
                <a:off x="-34331500" y="2341200"/>
                <a:ext cx="17350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7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lnTo>
                      <a:pt x="1" y="2395"/>
                    </a:lnTo>
                    <a:cubicBezTo>
                      <a:pt x="1" y="2584"/>
                      <a:pt x="158" y="2773"/>
                      <a:pt x="347" y="2773"/>
                    </a:cubicBezTo>
                    <a:cubicBezTo>
                      <a:pt x="536" y="2773"/>
                      <a:pt x="694" y="2584"/>
                      <a:pt x="694" y="2395"/>
                    </a:cubicBezTo>
                    <a:lnTo>
                      <a:pt x="694" y="347"/>
                    </a:ln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3" name="Google Shape;6647;p64">
                <a:extLst>
                  <a:ext uri="{FF2B5EF4-FFF2-40B4-BE49-F238E27FC236}">
                    <a16:creationId xmlns:a16="http://schemas.microsoft.com/office/drawing/2014/main" id="{345197F9-3D06-4EAE-BD78-4D7CCADEB873}"/>
                  </a:ext>
                </a:extLst>
              </p:cNvPr>
              <p:cNvSpPr/>
              <p:nvPr/>
            </p:nvSpPr>
            <p:spPr>
              <a:xfrm>
                <a:off x="-34384275" y="2427050"/>
                <a:ext cx="1213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694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79" y="694"/>
                    </a:cubicBezTo>
                    <a:lnTo>
                      <a:pt x="4506" y="694"/>
                    </a:lnTo>
                    <a:cubicBezTo>
                      <a:pt x="4695" y="694"/>
                      <a:pt x="4853" y="536"/>
                      <a:pt x="4853" y="347"/>
                    </a:cubicBezTo>
                    <a:cubicBezTo>
                      <a:pt x="4853" y="158"/>
                      <a:pt x="4695" y="1"/>
                      <a:pt x="450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04" name="Google Shape;6648;p64">
                <a:extLst>
                  <a:ext uri="{FF2B5EF4-FFF2-40B4-BE49-F238E27FC236}">
                    <a16:creationId xmlns:a16="http://schemas.microsoft.com/office/drawing/2014/main" id="{F8C7FBFE-4C08-4FE8-B4B4-32ACD613605B}"/>
                  </a:ext>
                </a:extLst>
              </p:cNvPr>
              <p:cNvSpPr/>
              <p:nvPr/>
            </p:nvSpPr>
            <p:spPr>
              <a:xfrm>
                <a:off x="-34384275" y="2460125"/>
                <a:ext cx="882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530" h="726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99"/>
                      <a:pt x="158" y="725"/>
                      <a:pt x="379" y="725"/>
                    </a:cubicBezTo>
                    <a:lnTo>
                      <a:pt x="3151" y="725"/>
                    </a:lnTo>
                    <a:cubicBezTo>
                      <a:pt x="3372" y="725"/>
                      <a:pt x="3530" y="568"/>
                      <a:pt x="3530" y="379"/>
                    </a:cubicBezTo>
                    <a:cubicBezTo>
                      <a:pt x="3530" y="158"/>
                      <a:pt x="3372" y="1"/>
                      <a:pt x="3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205" name="ZoneTexte 204">
            <a:extLst>
              <a:ext uri="{FF2B5EF4-FFF2-40B4-BE49-F238E27FC236}">
                <a16:creationId xmlns:a16="http://schemas.microsoft.com/office/drawing/2014/main" id="{7AB48C0C-B0CB-48CE-B1D4-F2C19BD48E63}"/>
              </a:ext>
            </a:extLst>
          </p:cNvPr>
          <p:cNvSpPr txBox="1"/>
          <p:nvPr/>
        </p:nvSpPr>
        <p:spPr>
          <a:xfrm>
            <a:off x="2294611" y="5733815"/>
            <a:ext cx="15106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471AB6"/>
                </a:solidFill>
                <a:latin typeface="Raleway" pitchFamily="2" charset="0"/>
              </a:rPr>
              <a:t>DESIGN</a:t>
            </a:r>
          </a:p>
        </p:txBody>
      </p:sp>
      <p:sp>
        <p:nvSpPr>
          <p:cNvPr id="207" name="Flèche : bas 206">
            <a:extLst>
              <a:ext uri="{FF2B5EF4-FFF2-40B4-BE49-F238E27FC236}">
                <a16:creationId xmlns:a16="http://schemas.microsoft.com/office/drawing/2014/main" id="{D627CAA9-F3EB-48F6-A5BE-FC70BB48CC41}"/>
              </a:ext>
            </a:extLst>
          </p:cNvPr>
          <p:cNvSpPr/>
          <p:nvPr/>
        </p:nvSpPr>
        <p:spPr>
          <a:xfrm rot="16200000">
            <a:off x="1836316" y="4945084"/>
            <a:ext cx="313316" cy="419026"/>
          </a:xfrm>
          <a:prstGeom prst="downArrow">
            <a:avLst/>
          </a:prstGeom>
          <a:solidFill>
            <a:srgbClr val="2C4D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8" name="Flèche : bas 207">
            <a:extLst>
              <a:ext uri="{FF2B5EF4-FFF2-40B4-BE49-F238E27FC236}">
                <a16:creationId xmlns:a16="http://schemas.microsoft.com/office/drawing/2014/main" id="{C69CD4CD-7B9F-4111-936D-D1B4917C3359}"/>
              </a:ext>
            </a:extLst>
          </p:cNvPr>
          <p:cNvSpPr/>
          <p:nvPr/>
        </p:nvSpPr>
        <p:spPr>
          <a:xfrm rot="16200000">
            <a:off x="3497875" y="4945084"/>
            <a:ext cx="313316" cy="419026"/>
          </a:xfrm>
          <a:prstGeom prst="downArrow">
            <a:avLst/>
          </a:prstGeom>
          <a:solidFill>
            <a:srgbClr val="471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9" name="Flèche : bas 208">
            <a:extLst>
              <a:ext uri="{FF2B5EF4-FFF2-40B4-BE49-F238E27FC236}">
                <a16:creationId xmlns:a16="http://schemas.microsoft.com/office/drawing/2014/main" id="{A39C613B-C626-4860-9B91-7FFCA148E2CE}"/>
              </a:ext>
            </a:extLst>
          </p:cNvPr>
          <p:cNvSpPr/>
          <p:nvPr/>
        </p:nvSpPr>
        <p:spPr>
          <a:xfrm rot="16200000">
            <a:off x="5178214" y="4945085"/>
            <a:ext cx="313316" cy="4190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0" name="Flèche : bas 209">
            <a:extLst>
              <a:ext uri="{FF2B5EF4-FFF2-40B4-BE49-F238E27FC236}">
                <a16:creationId xmlns:a16="http://schemas.microsoft.com/office/drawing/2014/main" id="{9B2417F9-AFE6-46ED-8DBC-C2CBA35048C7}"/>
              </a:ext>
            </a:extLst>
          </p:cNvPr>
          <p:cNvSpPr/>
          <p:nvPr/>
        </p:nvSpPr>
        <p:spPr>
          <a:xfrm rot="16200000">
            <a:off x="6828600" y="4945085"/>
            <a:ext cx="313316" cy="419026"/>
          </a:xfrm>
          <a:prstGeom prst="downArrow">
            <a:avLst/>
          </a:prstGeom>
          <a:solidFill>
            <a:srgbClr val="B02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45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3EE20477-B187-4C84-AC10-5B5B9D224D06}"/>
              </a:ext>
            </a:extLst>
          </p:cNvPr>
          <p:cNvGrpSpPr/>
          <p:nvPr/>
        </p:nvGrpSpPr>
        <p:grpSpPr>
          <a:xfrm>
            <a:off x="1212202" y="772272"/>
            <a:ext cx="959691" cy="959691"/>
            <a:chOff x="459954" y="382372"/>
            <a:chExt cx="959691" cy="959691"/>
          </a:xfrm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12623D02-BE9C-4B10-B503-70636F32D4B4}"/>
                </a:ext>
              </a:extLst>
            </p:cNvPr>
            <p:cNvSpPr/>
            <p:nvPr/>
          </p:nvSpPr>
          <p:spPr>
            <a:xfrm>
              <a:off x="459954" y="382372"/>
              <a:ext cx="959691" cy="959691"/>
            </a:xfrm>
            <a:prstGeom prst="ellipse">
              <a:avLst/>
            </a:prstGeom>
            <a:solidFill>
              <a:srgbClr val="D782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1" name="Google Shape;4524;p59">
              <a:extLst>
                <a:ext uri="{FF2B5EF4-FFF2-40B4-BE49-F238E27FC236}">
                  <a16:creationId xmlns:a16="http://schemas.microsoft.com/office/drawing/2014/main" id="{2FBA9A12-D343-470C-9AED-CBE6ADF6A12B}"/>
                </a:ext>
              </a:extLst>
            </p:cNvPr>
            <p:cNvGrpSpPr/>
            <p:nvPr/>
          </p:nvGrpSpPr>
          <p:grpSpPr>
            <a:xfrm>
              <a:off x="708305" y="631022"/>
              <a:ext cx="462989" cy="462391"/>
              <a:chOff x="5053900" y="2021500"/>
              <a:chExt cx="483750" cy="483125"/>
            </a:xfrm>
            <a:solidFill>
              <a:schemeClr val="bg1"/>
            </a:solidFill>
          </p:grpSpPr>
          <p:sp>
            <p:nvSpPr>
              <p:cNvPr id="42" name="Google Shape;4525;p59">
                <a:extLst>
                  <a:ext uri="{FF2B5EF4-FFF2-40B4-BE49-F238E27FC236}">
                    <a16:creationId xmlns:a16="http://schemas.microsoft.com/office/drawing/2014/main" id="{5A2F3B89-AF88-4EFC-AB2C-13DC64976022}"/>
                  </a:ext>
                </a:extLst>
              </p:cNvPr>
              <p:cNvSpPr/>
              <p:nvPr/>
            </p:nvSpPr>
            <p:spPr>
              <a:xfrm>
                <a:off x="5281350" y="2078100"/>
                <a:ext cx="127375" cy="12735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5094" extrusionOk="0">
                    <a:moveTo>
                      <a:pt x="565" y="0"/>
                    </a:moveTo>
                    <a:cubicBezTo>
                      <a:pt x="251" y="0"/>
                      <a:pt x="1" y="254"/>
                      <a:pt x="1" y="568"/>
                    </a:cubicBezTo>
                    <a:cubicBezTo>
                      <a:pt x="1" y="879"/>
                      <a:pt x="251" y="1132"/>
                      <a:pt x="565" y="1132"/>
                    </a:cubicBezTo>
                    <a:cubicBezTo>
                      <a:pt x="2440" y="1135"/>
                      <a:pt x="3959" y="2654"/>
                      <a:pt x="3962" y="4529"/>
                    </a:cubicBezTo>
                    <a:cubicBezTo>
                      <a:pt x="3962" y="4843"/>
                      <a:pt x="4216" y="5094"/>
                      <a:pt x="4530" y="5094"/>
                    </a:cubicBezTo>
                    <a:cubicBezTo>
                      <a:pt x="4841" y="5094"/>
                      <a:pt x="5094" y="4843"/>
                      <a:pt x="5094" y="4529"/>
                    </a:cubicBezTo>
                    <a:cubicBezTo>
                      <a:pt x="5091" y="2029"/>
                      <a:pt x="3065" y="3"/>
                      <a:pt x="5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4526;p59">
                <a:extLst>
                  <a:ext uri="{FF2B5EF4-FFF2-40B4-BE49-F238E27FC236}">
                    <a16:creationId xmlns:a16="http://schemas.microsoft.com/office/drawing/2014/main" id="{D52D8130-A9E3-4029-B5F3-809CD5E2BF21}"/>
                  </a:ext>
                </a:extLst>
              </p:cNvPr>
              <p:cNvSpPr/>
              <p:nvPr/>
            </p:nvSpPr>
            <p:spPr>
              <a:xfrm>
                <a:off x="5118000" y="2021500"/>
                <a:ext cx="368700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4748" h="19325" extrusionOk="0">
                    <a:moveTo>
                      <a:pt x="7088" y="1135"/>
                    </a:moveTo>
                    <a:cubicBezTo>
                      <a:pt x="8391" y="1135"/>
                      <a:pt x="9651" y="1571"/>
                      <a:pt x="10668" y="2397"/>
                    </a:cubicBezTo>
                    <a:cubicBezTo>
                      <a:pt x="13159" y="4417"/>
                      <a:pt x="13473" y="8104"/>
                      <a:pt x="11360" y="10516"/>
                    </a:cubicBezTo>
                    <a:cubicBezTo>
                      <a:pt x="10572" y="11419"/>
                      <a:pt x="10085" y="12503"/>
                      <a:pt x="9962" y="13626"/>
                    </a:cubicBezTo>
                    <a:lnTo>
                      <a:pt x="4237" y="13626"/>
                    </a:lnTo>
                    <a:cubicBezTo>
                      <a:pt x="4107" y="12482"/>
                      <a:pt x="3630" y="11407"/>
                      <a:pt x="2866" y="10550"/>
                    </a:cubicBezTo>
                    <a:cubicBezTo>
                      <a:pt x="1658" y="9191"/>
                      <a:pt x="1184" y="7367"/>
                      <a:pt x="1571" y="5549"/>
                    </a:cubicBezTo>
                    <a:cubicBezTo>
                      <a:pt x="2020" y="3427"/>
                      <a:pt x="3748" y="1706"/>
                      <a:pt x="5873" y="1262"/>
                    </a:cubicBezTo>
                    <a:cubicBezTo>
                      <a:pt x="6278" y="1177"/>
                      <a:pt x="6685" y="1135"/>
                      <a:pt x="7088" y="1135"/>
                    </a:cubicBezTo>
                    <a:close/>
                    <a:moveTo>
                      <a:pt x="9931" y="14759"/>
                    </a:moveTo>
                    <a:lnTo>
                      <a:pt x="9931" y="15323"/>
                    </a:lnTo>
                    <a:cubicBezTo>
                      <a:pt x="9931" y="15637"/>
                      <a:pt x="9678" y="15891"/>
                      <a:pt x="9364" y="15891"/>
                    </a:cubicBezTo>
                    <a:lnTo>
                      <a:pt x="4835" y="15891"/>
                    </a:lnTo>
                    <a:cubicBezTo>
                      <a:pt x="4521" y="15891"/>
                      <a:pt x="4270" y="15637"/>
                      <a:pt x="4270" y="15323"/>
                    </a:cubicBezTo>
                    <a:lnTo>
                      <a:pt x="4270" y="14759"/>
                    </a:lnTo>
                    <a:close/>
                    <a:moveTo>
                      <a:pt x="8699" y="17023"/>
                    </a:moveTo>
                    <a:cubicBezTo>
                      <a:pt x="8464" y="17694"/>
                      <a:pt x="7827" y="18192"/>
                      <a:pt x="7099" y="18192"/>
                    </a:cubicBezTo>
                    <a:cubicBezTo>
                      <a:pt x="6371" y="18192"/>
                      <a:pt x="5734" y="17694"/>
                      <a:pt x="5499" y="17023"/>
                    </a:cubicBezTo>
                    <a:close/>
                    <a:moveTo>
                      <a:pt x="7087" y="0"/>
                    </a:moveTo>
                    <a:cubicBezTo>
                      <a:pt x="6607" y="0"/>
                      <a:pt x="6123" y="50"/>
                      <a:pt x="5641" y="151"/>
                    </a:cubicBezTo>
                    <a:cubicBezTo>
                      <a:pt x="3053" y="712"/>
                      <a:pt x="1027" y="2729"/>
                      <a:pt x="462" y="5314"/>
                    </a:cubicBezTo>
                    <a:cubicBezTo>
                      <a:pt x="0" y="7488"/>
                      <a:pt x="568" y="9671"/>
                      <a:pt x="2020" y="11301"/>
                    </a:cubicBezTo>
                    <a:cubicBezTo>
                      <a:pt x="2730" y="12099"/>
                      <a:pt x="3135" y="13149"/>
                      <a:pt x="3135" y="14191"/>
                    </a:cubicBezTo>
                    <a:lnTo>
                      <a:pt x="3135" y="15323"/>
                    </a:lnTo>
                    <a:cubicBezTo>
                      <a:pt x="3138" y="16060"/>
                      <a:pt x="3612" y="16709"/>
                      <a:pt x="4309" y="16939"/>
                    </a:cubicBezTo>
                    <a:cubicBezTo>
                      <a:pt x="4409" y="17518"/>
                      <a:pt x="4681" y="18053"/>
                      <a:pt x="5094" y="18473"/>
                    </a:cubicBezTo>
                    <a:cubicBezTo>
                      <a:pt x="5642" y="19040"/>
                      <a:pt x="6371" y="19324"/>
                      <a:pt x="7099" y="19324"/>
                    </a:cubicBezTo>
                    <a:cubicBezTo>
                      <a:pt x="7828" y="19324"/>
                      <a:pt x="8556" y="19040"/>
                      <a:pt x="9104" y="18473"/>
                    </a:cubicBezTo>
                    <a:cubicBezTo>
                      <a:pt x="9518" y="18053"/>
                      <a:pt x="9790" y="17518"/>
                      <a:pt x="9889" y="16939"/>
                    </a:cubicBezTo>
                    <a:cubicBezTo>
                      <a:pt x="10587" y="16709"/>
                      <a:pt x="11061" y="16060"/>
                      <a:pt x="11064" y="15323"/>
                    </a:cubicBezTo>
                    <a:lnTo>
                      <a:pt x="11064" y="14191"/>
                    </a:lnTo>
                    <a:cubicBezTo>
                      <a:pt x="11064" y="13149"/>
                      <a:pt x="11471" y="12108"/>
                      <a:pt x="12211" y="11262"/>
                    </a:cubicBezTo>
                    <a:cubicBezTo>
                      <a:pt x="14747" y="8366"/>
                      <a:pt x="14370" y="3943"/>
                      <a:pt x="11381" y="1518"/>
                    </a:cubicBezTo>
                    <a:cubicBezTo>
                      <a:pt x="10159" y="525"/>
                      <a:pt x="8647" y="0"/>
                      <a:pt x="7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4" name="Google Shape;4527;p59">
                <a:extLst>
                  <a:ext uri="{FF2B5EF4-FFF2-40B4-BE49-F238E27FC236}">
                    <a16:creationId xmlns:a16="http://schemas.microsoft.com/office/drawing/2014/main" id="{EAC62C0A-079E-49F1-8225-597F588860C7}"/>
                  </a:ext>
                </a:extLst>
              </p:cNvPr>
              <p:cNvSpPr/>
              <p:nvPr/>
            </p:nvSpPr>
            <p:spPr>
              <a:xfrm>
                <a:off x="50539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0"/>
                    </a:moveTo>
                    <a:cubicBezTo>
                      <a:pt x="255" y="0"/>
                      <a:pt x="1" y="254"/>
                      <a:pt x="1" y="568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6" y="879"/>
                      <a:pt x="2266" y="568"/>
                    </a:cubicBezTo>
                    <a:cubicBezTo>
                      <a:pt x="2266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5" name="Google Shape;4528;p59">
                <a:extLst>
                  <a:ext uri="{FF2B5EF4-FFF2-40B4-BE49-F238E27FC236}">
                    <a16:creationId xmlns:a16="http://schemas.microsoft.com/office/drawing/2014/main" id="{CF0C36F0-E698-40D0-B1E4-1F22EDEEADCE}"/>
                  </a:ext>
                </a:extLst>
              </p:cNvPr>
              <p:cNvSpPr/>
              <p:nvPr/>
            </p:nvSpPr>
            <p:spPr>
              <a:xfrm>
                <a:off x="5056850" y="2096550"/>
                <a:ext cx="507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921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9"/>
                      <a:pt x="215" y="962"/>
                    </a:cubicBezTo>
                    <a:lnTo>
                      <a:pt x="1015" y="1762"/>
                    </a:lnTo>
                    <a:cubicBezTo>
                      <a:pt x="1125" y="1868"/>
                      <a:pt x="1267" y="1921"/>
                      <a:pt x="1409" y="1921"/>
                    </a:cubicBezTo>
                    <a:cubicBezTo>
                      <a:pt x="1554" y="1921"/>
                      <a:pt x="1699" y="1865"/>
                      <a:pt x="1809" y="1753"/>
                    </a:cubicBezTo>
                    <a:cubicBezTo>
                      <a:pt x="2027" y="1536"/>
                      <a:pt x="2030" y="1183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6" name="Google Shape;4529;p59">
                <a:extLst>
                  <a:ext uri="{FF2B5EF4-FFF2-40B4-BE49-F238E27FC236}">
                    <a16:creationId xmlns:a16="http://schemas.microsoft.com/office/drawing/2014/main" id="{DC5DE3AF-E475-468F-ACEA-603C0F8471D8}"/>
                  </a:ext>
                </a:extLst>
              </p:cNvPr>
              <p:cNvSpPr/>
              <p:nvPr/>
            </p:nvSpPr>
            <p:spPr>
              <a:xfrm>
                <a:off x="5056400" y="2266400"/>
                <a:ext cx="5120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34" extrusionOk="0">
                    <a:moveTo>
                      <a:pt x="1427" y="0"/>
                    </a:moveTo>
                    <a:cubicBezTo>
                      <a:pt x="1285" y="0"/>
                      <a:pt x="1143" y="53"/>
                      <a:pt x="1033" y="159"/>
                    </a:cubicBezTo>
                    <a:lnTo>
                      <a:pt x="233" y="962"/>
                    </a:lnTo>
                    <a:cubicBezTo>
                      <a:pt x="4" y="1179"/>
                      <a:pt x="1" y="1545"/>
                      <a:pt x="227" y="1768"/>
                    </a:cubicBezTo>
                    <a:cubicBezTo>
                      <a:pt x="338" y="1879"/>
                      <a:pt x="482" y="1934"/>
                      <a:pt x="627" y="1934"/>
                    </a:cubicBezTo>
                    <a:cubicBezTo>
                      <a:pt x="774" y="1934"/>
                      <a:pt x="922" y="1876"/>
                      <a:pt x="1033" y="1762"/>
                    </a:cubicBezTo>
                    <a:lnTo>
                      <a:pt x="1833" y="962"/>
                    </a:lnTo>
                    <a:cubicBezTo>
                      <a:pt x="2048" y="738"/>
                      <a:pt x="2045" y="385"/>
                      <a:pt x="1827" y="168"/>
                    </a:cubicBezTo>
                    <a:cubicBezTo>
                      <a:pt x="1717" y="56"/>
                      <a:pt x="1572" y="0"/>
                      <a:pt x="14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7" name="Google Shape;4530;p59">
                <a:extLst>
                  <a:ext uri="{FF2B5EF4-FFF2-40B4-BE49-F238E27FC236}">
                    <a16:creationId xmlns:a16="http://schemas.microsoft.com/office/drawing/2014/main" id="{28D76244-C066-4F88-9CBD-3BD7CF0ED8C6}"/>
                  </a:ext>
                </a:extLst>
              </p:cNvPr>
              <p:cNvSpPr/>
              <p:nvPr/>
            </p:nvSpPr>
            <p:spPr>
              <a:xfrm>
                <a:off x="5480400" y="2191325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8" y="0"/>
                    </a:moveTo>
                    <a:cubicBezTo>
                      <a:pt x="254" y="0"/>
                      <a:pt x="1" y="254"/>
                      <a:pt x="1" y="568"/>
                    </a:cubicBezTo>
                    <a:cubicBezTo>
                      <a:pt x="1" y="879"/>
                      <a:pt x="254" y="1133"/>
                      <a:pt x="568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8"/>
                    </a:cubicBezTo>
                    <a:cubicBezTo>
                      <a:pt x="2265" y="254"/>
                      <a:pt x="2012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8" name="Google Shape;4531;p59">
                <a:extLst>
                  <a:ext uri="{FF2B5EF4-FFF2-40B4-BE49-F238E27FC236}">
                    <a16:creationId xmlns:a16="http://schemas.microsoft.com/office/drawing/2014/main" id="{A0ADF3FF-7B0D-4C7B-A560-A1AD9DA79B28}"/>
                  </a:ext>
                </a:extLst>
              </p:cNvPr>
              <p:cNvSpPr/>
              <p:nvPr/>
            </p:nvSpPr>
            <p:spPr>
              <a:xfrm>
                <a:off x="5479800" y="209655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1550" y="0"/>
                    </a:moveTo>
                    <a:cubicBezTo>
                      <a:pt x="1409" y="0"/>
                      <a:pt x="1267" y="53"/>
                      <a:pt x="1157" y="159"/>
                    </a:cubicBezTo>
                    <a:lnTo>
                      <a:pt x="357" y="962"/>
                    </a:lnTo>
                    <a:cubicBezTo>
                      <a:pt x="1" y="1318"/>
                      <a:pt x="251" y="1928"/>
                      <a:pt x="756" y="1928"/>
                    </a:cubicBezTo>
                    <a:cubicBezTo>
                      <a:pt x="907" y="1928"/>
                      <a:pt x="1051" y="1868"/>
                      <a:pt x="1157" y="1762"/>
                    </a:cubicBezTo>
                    <a:lnTo>
                      <a:pt x="1957" y="959"/>
                    </a:lnTo>
                    <a:cubicBezTo>
                      <a:pt x="2172" y="739"/>
                      <a:pt x="2169" y="385"/>
                      <a:pt x="1951" y="168"/>
                    </a:cubicBezTo>
                    <a:cubicBezTo>
                      <a:pt x="1841" y="56"/>
                      <a:pt x="1696" y="0"/>
                      <a:pt x="15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  <p:sp>
            <p:nvSpPr>
              <p:cNvPr id="49" name="Google Shape;4532;p59">
                <a:extLst>
                  <a:ext uri="{FF2B5EF4-FFF2-40B4-BE49-F238E27FC236}">
                    <a16:creationId xmlns:a16="http://schemas.microsoft.com/office/drawing/2014/main" id="{E994DD72-3EEE-4BD7-90A9-19F4C366547F}"/>
                  </a:ext>
                </a:extLst>
              </p:cNvPr>
              <p:cNvSpPr/>
              <p:nvPr/>
            </p:nvSpPr>
            <p:spPr>
              <a:xfrm>
                <a:off x="5483350" y="2266400"/>
                <a:ext cx="54300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929" extrusionOk="0">
                    <a:moveTo>
                      <a:pt x="622" y="0"/>
                    </a:moveTo>
                    <a:cubicBezTo>
                      <a:pt x="476" y="0"/>
                      <a:pt x="331" y="56"/>
                      <a:pt x="221" y="168"/>
                    </a:cubicBezTo>
                    <a:cubicBezTo>
                      <a:pt x="4" y="385"/>
                      <a:pt x="1" y="738"/>
                      <a:pt x="215" y="962"/>
                    </a:cubicBezTo>
                    <a:lnTo>
                      <a:pt x="1015" y="1762"/>
                    </a:lnTo>
                    <a:cubicBezTo>
                      <a:pt x="1121" y="1868"/>
                      <a:pt x="1266" y="1928"/>
                      <a:pt x="1417" y="1928"/>
                    </a:cubicBezTo>
                    <a:cubicBezTo>
                      <a:pt x="1921" y="1928"/>
                      <a:pt x="2172" y="1318"/>
                      <a:pt x="1815" y="962"/>
                    </a:cubicBezTo>
                    <a:lnTo>
                      <a:pt x="1015" y="159"/>
                    </a:lnTo>
                    <a:cubicBezTo>
                      <a:pt x="905" y="53"/>
                      <a:pt x="763" y="0"/>
                      <a:pt x="6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66" name="Google Shape;4407;p59">
            <a:extLst>
              <a:ext uri="{FF2B5EF4-FFF2-40B4-BE49-F238E27FC236}">
                <a16:creationId xmlns:a16="http://schemas.microsoft.com/office/drawing/2014/main" id="{3FBD9EE4-A6D5-4750-BE5A-B943F1092637}"/>
              </a:ext>
            </a:extLst>
          </p:cNvPr>
          <p:cNvGrpSpPr/>
          <p:nvPr/>
        </p:nvGrpSpPr>
        <p:grpSpPr>
          <a:xfrm>
            <a:off x="9829854" y="5269645"/>
            <a:ext cx="273039" cy="307829"/>
            <a:chOff x="3299850" y="238575"/>
            <a:chExt cx="427725" cy="482225"/>
          </a:xfrm>
        </p:grpSpPr>
        <p:sp>
          <p:nvSpPr>
            <p:cNvPr id="67" name="Google Shape;4408;p59">
              <a:extLst>
                <a:ext uri="{FF2B5EF4-FFF2-40B4-BE49-F238E27FC236}">
                  <a16:creationId xmlns:a16="http://schemas.microsoft.com/office/drawing/2014/main" id="{48B54AD1-985C-442E-89C7-DFA16916043C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68" name="Google Shape;4409;p59">
              <a:extLst>
                <a:ext uri="{FF2B5EF4-FFF2-40B4-BE49-F238E27FC236}">
                  <a16:creationId xmlns:a16="http://schemas.microsoft.com/office/drawing/2014/main" id="{568432E3-116A-4ACD-B5B5-FDE5763D5A2E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69" name="Google Shape;4410;p59">
              <a:extLst>
                <a:ext uri="{FF2B5EF4-FFF2-40B4-BE49-F238E27FC236}">
                  <a16:creationId xmlns:a16="http://schemas.microsoft.com/office/drawing/2014/main" id="{660D0422-48AE-456D-8EC0-5FB45962C7A6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70" name="Google Shape;4411;p59">
              <a:extLst>
                <a:ext uri="{FF2B5EF4-FFF2-40B4-BE49-F238E27FC236}">
                  <a16:creationId xmlns:a16="http://schemas.microsoft.com/office/drawing/2014/main" id="{AF79EF51-4C65-45BD-80A2-39B04B6780AE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71" name="Google Shape;4412;p59">
              <a:extLst>
                <a:ext uri="{FF2B5EF4-FFF2-40B4-BE49-F238E27FC236}">
                  <a16:creationId xmlns:a16="http://schemas.microsoft.com/office/drawing/2014/main" id="{F2C9D413-2920-4747-9D0C-DA26FE367A69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</p:grpSp>
      <p:sp>
        <p:nvSpPr>
          <p:cNvPr id="115" name="ZoneTexte 114">
            <a:extLst>
              <a:ext uri="{FF2B5EF4-FFF2-40B4-BE49-F238E27FC236}">
                <a16:creationId xmlns:a16="http://schemas.microsoft.com/office/drawing/2014/main" id="{B387738B-2143-4D5F-B217-C792D44EE5B5}"/>
              </a:ext>
            </a:extLst>
          </p:cNvPr>
          <p:cNvSpPr txBox="1"/>
          <p:nvPr/>
        </p:nvSpPr>
        <p:spPr>
          <a:xfrm>
            <a:off x="1206519" y="1775702"/>
            <a:ext cx="97105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D78233"/>
                </a:solidFill>
                <a:latin typeface="Raleway" pitchFamily="2" charset="0"/>
              </a:rPr>
              <a:t>IDÉE</a:t>
            </a:r>
          </a:p>
        </p:txBody>
      </p: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751448F1-AC1C-44C0-A3CD-EA954759DF44}"/>
              </a:ext>
            </a:extLst>
          </p:cNvPr>
          <p:cNvGrpSpPr/>
          <p:nvPr/>
        </p:nvGrpSpPr>
        <p:grpSpPr>
          <a:xfrm>
            <a:off x="8248866" y="821621"/>
            <a:ext cx="959691" cy="959691"/>
            <a:chOff x="3840602" y="2559094"/>
            <a:chExt cx="959691" cy="959691"/>
          </a:xfrm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27B782E-F177-4ACB-A5FF-BD159E8A459B}"/>
                </a:ext>
              </a:extLst>
            </p:cNvPr>
            <p:cNvSpPr/>
            <p:nvPr/>
          </p:nvSpPr>
          <p:spPr>
            <a:xfrm>
              <a:off x="3840602" y="2559094"/>
              <a:ext cx="959691" cy="959691"/>
            </a:xfrm>
            <a:prstGeom prst="ellipse">
              <a:avLst/>
            </a:prstGeom>
            <a:solidFill>
              <a:srgbClr val="CA5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Google Shape;6562;p64">
              <a:extLst>
                <a:ext uri="{FF2B5EF4-FFF2-40B4-BE49-F238E27FC236}">
                  <a16:creationId xmlns:a16="http://schemas.microsoft.com/office/drawing/2014/main" id="{160CC79D-B733-4AA2-ACE0-D77F5F9FF2D1}"/>
                </a:ext>
              </a:extLst>
            </p:cNvPr>
            <p:cNvSpPr/>
            <p:nvPr/>
          </p:nvSpPr>
          <p:spPr>
            <a:xfrm>
              <a:off x="4056306" y="2769821"/>
              <a:ext cx="528283" cy="538237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923" y="694"/>
                  </a:moveTo>
                  <a:cubicBezTo>
                    <a:pt x="6490" y="694"/>
                    <a:pt x="6963" y="1166"/>
                    <a:pt x="6963" y="1765"/>
                  </a:cubicBezTo>
                  <a:cubicBezTo>
                    <a:pt x="6963" y="2332"/>
                    <a:pt x="6490" y="2805"/>
                    <a:pt x="5923" y="2805"/>
                  </a:cubicBezTo>
                  <a:cubicBezTo>
                    <a:pt x="5325" y="2805"/>
                    <a:pt x="4852" y="2332"/>
                    <a:pt x="4852" y="1765"/>
                  </a:cubicBezTo>
                  <a:cubicBezTo>
                    <a:pt x="4852" y="1229"/>
                    <a:pt x="5325" y="694"/>
                    <a:pt x="5923" y="694"/>
                  </a:cubicBezTo>
                  <a:close/>
                  <a:moveTo>
                    <a:pt x="2489" y="3466"/>
                  </a:moveTo>
                  <a:cubicBezTo>
                    <a:pt x="2678" y="3466"/>
                    <a:pt x="2836" y="3624"/>
                    <a:pt x="2836" y="3813"/>
                  </a:cubicBezTo>
                  <a:lnTo>
                    <a:pt x="2836" y="4916"/>
                  </a:lnTo>
                  <a:cubicBezTo>
                    <a:pt x="2678" y="4947"/>
                    <a:pt x="2584" y="5042"/>
                    <a:pt x="2458" y="5168"/>
                  </a:cubicBezTo>
                  <a:cubicBezTo>
                    <a:pt x="2363" y="5231"/>
                    <a:pt x="2300" y="5357"/>
                    <a:pt x="2237" y="5420"/>
                  </a:cubicBezTo>
                  <a:cubicBezTo>
                    <a:pt x="2174" y="5357"/>
                    <a:pt x="2143" y="5262"/>
                    <a:pt x="2143" y="5199"/>
                  </a:cubicBezTo>
                  <a:lnTo>
                    <a:pt x="2143" y="3813"/>
                  </a:lnTo>
                  <a:cubicBezTo>
                    <a:pt x="2143" y="3624"/>
                    <a:pt x="2300" y="3466"/>
                    <a:pt x="2489" y="3466"/>
                  </a:cubicBezTo>
                  <a:close/>
                  <a:moveTo>
                    <a:pt x="9326" y="3466"/>
                  </a:moveTo>
                  <a:cubicBezTo>
                    <a:pt x="9546" y="3466"/>
                    <a:pt x="9704" y="3624"/>
                    <a:pt x="9704" y="3813"/>
                  </a:cubicBezTo>
                  <a:lnTo>
                    <a:pt x="9704" y="5199"/>
                  </a:lnTo>
                  <a:cubicBezTo>
                    <a:pt x="9704" y="5262"/>
                    <a:pt x="9641" y="5357"/>
                    <a:pt x="9578" y="5420"/>
                  </a:cubicBezTo>
                  <a:cubicBezTo>
                    <a:pt x="9546" y="5294"/>
                    <a:pt x="9452" y="5231"/>
                    <a:pt x="9389" y="5168"/>
                  </a:cubicBezTo>
                  <a:cubicBezTo>
                    <a:pt x="9263" y="5042"/>
                    <a:pt x="9137" y="4947"/>
                    <a:pt x="8979" y="4916"/>
                  </a:cubicBezTo>
                  <a:lnTo>
                    <a:pt x="8979" y="3813"/>
                  </a:lnTo>
                  <a:cubicBezTo>
                    <a:pt x="9011" y="3624"/>
                    <a:pt x="9168" y="3466"/>
                    <a:pt x="9326" y="3466"/>
                  </a:cubicBezTo>
                  <a:close/>
                  <a:moveTo>
                    <a:pt x="5923" y="3466"/>
                  </a:moveTo>
                  <a:cubicBezTo>
                    <a:pt x="6900" y="3466"/>
                    <a:pt x="7814" y="4096"/>
                    <a:pt x="8160" y="4947"/>
                  </a:cubicBezTo>
                  <a:cubicBezTo>
                    <a:pt x="8066" y="5010"/>
                    <a:pt x="8003" y="5042"/>
                    <a:pt x="7971" y="5105"/>
                  </a:cubicBezTo>
                  <a:lnTo>
                    <a:pt x="6081" y="6963"/>
                  </a:lnTo>
                  <a:cubicBezTo>
                    <a:pt x="6018" y="6995"/>
                    <a:pt x="5955" y="7089"/>
                    <a:pt x="5923" y="7152"/>
                  </a:cubicBezTo>
                  <a:cubicBezTo>
                    <a:pt x="5860" y="7089"/>
                    <a:pt x="5797" y="7026"/>
                    <a:pt x="5766" y="6963"/>
                  </a:cubicBezTo>
                  <a:lnTo>
                    <a:pt x="3876" y="5105"/>
                  </a:lnTo>
                  <a:cubicBezTo>
                    <a:pt x="3781" y="5042"/>
                    <a:pt x="3750" y="5010"/>
                    <a:pt x="3655" y="4947"/>
                  </a:cubicBezTo>
                  <a:cubicBezTo>
                    <a:pt x="4033" y="4096"/>
                    <a:pt x="4915" y="3466"/>
                    <a:pt x="5923" y="3466"/>
                  </a:cubicBezTo>
                  <a:close/>
                  <a:moveTo>
                    <a:pt x="10744" y="2049"/>
                  </a:moveTo>
                  <a:cubicBezTo>
                    <a:pt x="10964" y="2049"/>
                    <a:pt x="11122" y="2206"/>
                    <a:pt x="11122" y="2395"/>
                  </a:cubicBezTo>
                  <a:lnTo>
                    <a:pt x="11122" y="6144"/>
                  </a:lnTo>
                  <a:lnTo>
                    <a:pt x="11059" y="6144"/>
                  </a:lnTo>
                  <a:cubicBezTo>
                    <a:pt x="11059" y="6333"/>
                    <a:pt x="11027" y="6491"/>
                    <a:pt x="10901" y="6648"/>
                  </a:cubicBezTo>
                  <a:lnTo>
                    <a:pt x="9263" y="9421"/>
                  </a:lnTo>
                  <a:cubicBezTo>
                    <a:pt x="9105" y="9673"/>
                    <a:pt x="9011" y="9956"/>
                    <a:pt x="9011" y="10271"/>
                  </a:cubicBezTo>
                  <a:lnTo>
                    <a:pt x="9011" y="10933"/>
                  </a:lnTo>
                  <a:lnTo>
                    <a:pt x="6270" y="10933"/>
                  </a:lnTo>
                  <a:lnTo>
                    <a:pt x="6270" y="8097"/>
                  </a:lnTo>
                  <a:cubicBezTo>
                    <a:pt x="6270" y="7845"/>
                    <a:pt x="6396" y="7593"/>
                    <a:pt x="6585" y="7404"/>
                  </a:cubicBezTo>
                  <a:lnTo>
                    <a:pt x="8475" y="5546"/>
                  </a:lnTo>
                  <a:cubicBezTo>
                    <a:pt x="8538" y="5483"/>
                    <a:pt x="8625" y="5451"/>
                    <a:pt x="8712" y="5451"/>
                  </a:cubicBezTo>
                  <a:cubicBezTo>
                    <a:pt x="8798" y="5451"/>
                    <a:pt x="8885" y="5483"/>
                    <a:pt x="8948" y="5546"/>
                  </a:cubicBezTo>
                  <a:cubicBezTo>
                    <a:pt x="9074" y="5672"/>
                    <a:pt x="9074" y="5892"/>
                    <a:pt x="8948" y="6018"/>
                  </a:cubicBezTo>
                  <a:lnTo>
                    <a:pt x="7751" y="7215"/>
                  </a:lnTo>
                  <a:cubicBezTo>
                    <a:pt x="7656" y="7310"/>
                    <a:pt x="7656" y="7562"/>
                    <a:pt x="7751" y="7656"/>
                  </a:cubicBezTo>
                  <a:cubicBezTo>
                    <a:pt x="7814" y="7719"/>
                    <a:pt x="7908" y="7751"/>
                    <a:pt x="7999" y="7751"/>
                  </a:cubicBezTo>
                  <a:cubicBezTo>
                    <a:pt x="8089" y="7751"/>
                    <a:pt x="8176" y="7719"/>
                    <a:pt x="8223" y="7656"/>
                  </a:cubicBezTo>
                  <a:lnTo>
                    <a:pt x="10082" y="5829"/>
                  </a:lnTo>
                  <a:cubicBezTo>
                    <a:pt x="10271" y="5609"/>
                    <a:pt x="10397" y="5388"/>
                    <a:pt x="10397" y="5105"/>
                  </a:cubicBezTo>
                  <a:lnTo>
                    <a:pt x="10397" y="2395"/>
                  </a:lnTo>
                  <a:cubicBezTo>
                    <a:pt x="10397" y="2206"/>
                    <a:pt x="10555" y="2049"/>
                    <a:pt x="10744" y="2049"/>
                  </a:cubicBezTo>
                  <a:close/>
                  <a:moveTo>
                    <a:pt x="1103" y="2080"/>
                  </a:moveTo>
                  <a:cubicBezTo>
                    <a:pt x="1292" y="2080"/>
                    <a:pt x="1450" y="2238"/>
                    <a:pt x="1450" y="2427"/>
                  </a:cubicBezTo>
                  <a:lnTo>
                    <a:pt x="1450" y="5168"/>
                  </a:lnTo>
                  <a:cubicBezTo>
                    <a:pt x="1450" y="5420"/>
                    <a:pt x="1576" y="5672"/>
                    <a:pt x="1796" y="5861"/>
                  </a:cubicBezTo>
                  <a:lnTo>
                    <a:pt x="3624" y="7719"/>
                  </a:lnTo>
                  <a:cubicBezTo>
                    <a:pt x="3687" y="7782"/>
                    <a:pt x="3781" y="7814"/>
                    <a:pt x="3872" y="7814"/>
                  </a:cubicBezTo>
                  <a:cubicBezTo>
                    <a:pt x="3962" y="7814"/>
                    <a:pt x="4049" y="7782"/>
                    <a:pt x="4096" y="7719"/>
                  </a:cubicBezTo>
                  <a:cubicBezTo>
                    <a:pt x="4222" y="7593"/>
                    <a:pt x="4222" y="7373"/>
                    <a:pt x="4096" y="7247"/>
                  </a:cubicBezTo>
                  <a:lnTo>
                    <a:pt x="2930" y="6050"/>
                  </a:lnTo>
                  <a:cubicBezTo>
                    <a:pt x="2804" y="5955"/>
                    <a:pt x="2804" y="5703"/>
                    <a:pt x="2930" y="5577"/>
                  </a:cubicBezTo>
                  <a:cubicBezTo>
                    <a:pt x="2978" y="5530"/>
                    <a:pt x="3064" y="5506"/>
                    <a:pt x="3155" y="5506"/>
                  </a:cubicBezTo>
                  <a:cubicBezTo>
                    <a:pt x="3245" y="5506"/>
                    <a:pt x="3340" y="5530"/>
                    <a:pt x="3403" y="5577"/>
                  </a:cubicBezTo>
                  <a:lnTo>
                    <a:pt x="5293" y="7436"/>
                  </a:lnTo>
                  <a:cubicBezTo>
                    <a:pt x="5482" y="7625"/>
                    <a:pt x="5608" y="7877"/>
                    <a:pt x="5608" y="8161"/>
                  </a:cubicBezTo>
                  <a:lnTo>
                    <a:pt x="5608" y="10996"/>
                  </a:lnTo>
                  <a:lnTo>
                    <a:pt x="2836" y="10996"/>
                  </a:lnTo>
                  <a:lnTo>
                    <a:pt x="2836" y="10303"/>
                  </a:lnTo>
                  <a:cubicBezTo>
                    <a:pt x="2804" y="10051"/>
                    <a:pt x="2710" y="9736"/>
                    <a:pt x="2552" y="9452"/>
                  </a:cubicBezTo>
                  <a:lnTo>
                    <a:pt x="914" y="6680"/>
                  </a:lnTo>
                  <a:cubicBezTo>
                    <a:pt x="851" y="6522"/>
                    <a:pt x="757" y="6333"/>
                    <a:pt x="757" y="6176"/>
                  </a:cubicBezTo>
                  <a:lnTo>
                    <a:pt x="757" y="2427"/>
                  </a:lnTo>
                  <a:cubicBezTo>
                    <a:pt x="757" y="2238"/>
                    <a:pt x="914" y="2080"/>
                    <a:pt x="1103" y="2080"/>
                  </a:cubicBezTo>
                  <a:close/>
                  <a:moveTo>
                    <a:pt x="5860" y="1"/>
                  </a:moveTo>
                  <a:cubicBezTo>
                    <a:pt x="4915" y="1"/>
                    <a:pt x="4128" y="788"/>
                    <a:pt x="4128" y="1734"/>
                  </a:cubicBezTo>
                  <a:cubicBezTo>
                    <a:pt x="4128" y="2206"/>
                    <a:pt x="4348" y="2647"/>
                    <a:pt x="4695" y="2994"/>
                  </a:cubicBezTo>
                  <a:cubicBezTo>
                    <a:pt x="4411" y="3120"/>
                    <a:pt x="4191" y="3214"/>
                    <a:pt x="3939" y="3435"/>
                  </a:cubicBezTo>
                  <a:cubicBezTo>
                    <a:pt x="3750" y="3592"/>
                    <a:pt x="3592" y="3750"/>
                    <a:pt x="3435" y="3939"/>
                  </a:cubicBezTo>
                  <a:lnTo>
                    <a:pt x="3435" y="3813"/>
                  </a:lnTo>
                  <a:cubicBezTo>
                    <a:pt x="3435" y="3246"/>
                    <a:pt x="2962" y="2805"/>
                    <a:pt x="2395" y="2805"/>
                  </a:cubicBezTo>
                  <a:cubicBezTo>
                    <a:pt x="2300" y="2805"/>
                    <a:pt x="2174" y="2836"/>
                    <a:pt x="2048" y="2836"/>
                  </a:cubicBezTo>
                  <a:lnTo>
                    <a:pt x="2048" y="2427"/>
                  </a:lnTo>
                  <a:cubicBezTo>
                    <a:pt x="2048" y="1891"/>
                    <a:pt x="1576" y="1418"/>
                    <a:pt x="1040" y="1418"/>
                  </a:cubicBezTo>
                  <a:cubicBezTo>
                    <a:pt x="473" y="1418"/>
                    <a:pt x="0" y="1891"/>
                    <a:pt x="0" y="2427"/>
                  </a:cubicBezTo>
                  <a:lnTo>
                    <a:pt x="0" y="6176"/>
                  </a:lnTo>
                  <a:cubicBezTo>
                    <a:pt x="0" y="6491"/>
                    <a:pt x="95" y="6806"/>
                    <a:pt x="253" y="7026"/>
                  </a:cubicBezTo>
                  <a:lnTo>
                    <a:pt x="1891" y="9799"/>
                  </a:lnTo>
                  <a:cubicBezTo>
                    <a:pt x="1985" y="9956"/>
                    <a:pt x="2048" y="10145"/>
                    <a:pt x="2048" y="10303"/>
                  </a:cubicBezTo>
                  <a:lnTo>
                    <a:pt x="2048" y="11342"/>
                  </a:lnTo>
                  <a:cubicBezTo>
                    <a:pt x="2048" y="11532"/>
                    <a:pt x="2206" y="11689"/>
                    <a:pt x="2395" y="11689"/>
                  </a:cubicBezTo>
                  <a:lnTo>
                    <a:pt x="9294" y="11689"/>
                  </a:lnTo>
                  <a:cubicBezTo>
                    <a:pt x="9483" y="11689"/>
                    <a:pt x="9641" y="11532"/>
                    <a:pt x="9641" y="11342"/>
                  </a:cubicBezTo>
                  <a:lnTo>
                    <a:pt x="9641" y="10303"/>
                  </a:lnTo>
                  <a:cubicBezTo>
                    <a:pt x="9641" y="10114"/>
                    <a:pt x="9704" y="9956"/>
                    <a:pt x="9799" y="9799"/>
                  </a:cubicBezTo>
                  <a:lnTo>
                    <a:pt x="11468" y="7026"/>
                  </a:lnTo>
                  <a:cubicBezTo>
                    <a:pt x="11626" y="6774"/>
                    <a:pt x="11689" y="6491"/>
                    <a:pt x="11689" y="6176"/>
                  </a:cubicBezTo>
                  <a:lnTo>
                    <a:pt x="11689" y="2427"/>
                  </a:lnTo>
                  <a:cubicBezTo>
                    <a:pt x="11752" y="1891"/>
                    <a:pt x="11279" y="1418"/>
                    <a:pt x="10712" y="1418"/>
                  </a:cubicBezTo>
                  <a:cubicBezTo>
                    <a:pt x="10177" y="1418"/>
                    <a:pt x="9704" y="1891"/>
                    <a:pt x="9704" y="2427"/>
                  </a:cubicBezTo>
                  <a:lnTo>
                    <a:pt x="9704" y="2836"/>
                  </a:lnTo>
                  <a:cubicBezTo>
                    <a:pt x="9578" y="2805"/>
                    <a:pt x="9452" y="2805"/>
                    <a:pt x="9326" y="2805"/>
                  </a:cubicBezTo>
                  <a:cubicBezTo>
                    <a:pt x="8790" y="2805"/>
                    <a:pt x="8318" y="3246"/>
                    <a:pt x="8318" y="3813"/>
                  </a:cubicBezTo>
                  <a:lnTo>
                    <a:pt x="8318" y="3939"/>
                  </a:lnTo>
                  <a:cubicBezTo>
                    <a:pt x="8160" y="3750"/>
                    <a:pt x="8003" y="3592"/>
                    <a:pt x="7814" y="3435"/>
                  </a:cubicBezTo>
                  <a:cubicBezTo>
                    <a:pt x="7562" y="3246"/>
                    <a:pt x="7341" y="3088"/>
                    <a:pt x="7058" y="2994"/>
                  </a:cubicBezTo>
                  <a:cubicBezTo>
                    <a:pt x="7404" y="2647"/>
                    <a:pt x="7593" y="2206"/>
                    <a:pt x="7593" y="1734"/>
                  </a:cubicBezTo>
                  <a:cubicBezTo>
                    <a:pt x="7593" y="788"/>
                    <a:pt x="6806" y="1"/>
                    <a:pt x="586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C50D3598-E47D-4076-BA35-CE2D78A25200}"/>
              </a:ext>
            </a:extLst>
          </p:cNvPr>
          <p:cNvSpPr txBox="1"/>
          <p:nvPr/>
        </p:nvSpPr>
        <p:spPr>
          <a:xfrm>
            <a:off x="8013063" y="1881334"/>
            <a:ext cx="151066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rgbClr val="CA5A38"/>
                </a:solidFill>
                <a:latin typeface="Raleway" pitchFamily="2" charset="0"/>
              </a:rPr>
              <a:t>ADOPTION et IMPACT</a:t>
            </a:r>
          </a:p>
        </p:txBody>
      </p:sp>
      <p:sp>
        <p:nvSpPr>
          <p:cNvPr id="150" name="Flèche : bas 149">
            <a:extLst>
              <a:ext uri="{FF2B5EF4-FFF2-40B4-BE49-F238E27FC236}">
                <a16:creationId xmlns:a16="http://schemas.microsoft.com/office/drawing/2014/main" id="{44A46CAE-D185-4EFD-9DEB-78E7FCE30B1D}"/>
              </a:ext>
            </a:extLst>
          </p:cNvPr>
          <p:cNvSpPr/>
          <p:nvPr/>
        </p:nvSpPr>
        <p:spPr>
          <a:xfrm rot="16200000">
            <a:off x="2178009" y="1063239"/>
            <a:ext cx="313316" cy="419026"/>
          </a:xfrm>
          <a:prstGeom prst="downArrow">
            <a:avLst/>
          </a:prstGeom>
          <a:solidFill>
            <a:srgbClr val="D7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57" name="Diagramme 156">
            <a:extLst>
              <a:ext uri="{FF2B5EF4-FFF2-40B4-BE49-F238E27FC236}">
                <a16:creationId xmlns:a16="http://schemas.microsoft.com/office/drawing/2014/main" id="{DFC594CA-4F1C-43FA-9879-162B751A41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5527174"/>
              </p:ext>
            </p:extLst>
          </p:nvPr>
        </p:nvGraphicFramePr>
        <p:xfrm>
          <a:off x="2745792" y="635987"/>
          <a:ext cx="5157470" cy="133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1" name="Flèche : bas 170">
            <a:extLst>
              <a:ext uri="{FF2B5EF4-FFF2-40B4-BE49-F238E27FC236}">
                <a16:creationId xmlns:a16="http://schemas.microsoft.com/office/drawing/2014/main" id="{B744ACD3-B936-4062-AD41-F990B34445DF}"/>
              </a:ext>
            </a:extLst>
          </p:cNvPr>
          <p:cNvSpPr/>
          <p:nvPr/>
        </p:nvSpPr>
        <p:spPr>
          <a:xfrm rot="16200000">
            <a:off x="7856405" y="1091953"/>
            <a:ext cx="313316" cy="419026"/>
          </a:xfrm>
          <a:prstGeom prst="downArrow">
            <a:avLst/>
          </a:prstGeom>
          <a:solidFill>
            <a:srgbClr val="CA5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2177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3BD95430-566E-4DAF-9B18-7FED9D8E4D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537206"/>
              </p:ext>
            </p:extLst>
          </p:nvPr>
        </p:nvGraphicFramePr>
        <p:xfrm>
          <a:off x="1587847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70189840-065E-488C-ACB8-C4EE30E5174A}"/>
              </a:ext>
            </a:extLst>
          </p:cNvPr>
          <p:cNvGrpSpPr/>
          <p:nvPr/>
        </p:nvGrpSpPr>
        <p:grpSpPr>
          <a:xfrm>
            <a:off x="5315748" y="761306"/>
            <a:ext cx="685472" cy="925305"/>
            <a:chOff x="391510" y="792150"/>
            <a:chExt cx="971057" cy="1310812"/>
          </a:xfrm>
        </p:grpSpPr>
        <p:grpSp>
          <p:nvGrpSpPr>
            <p:cNvPr id="138" name="Groupe 137">
              <a:extLst>
                <a:ext uri="{FF2B5EF4-FFF2-40B4-BE49-F238E27FC236}">
                  <a16:creationId xmlns:a16="http://schemas.microsoft.com/office/drawing/2014/main" id="{3EE20477-B187-4C84-AC10-5B5B9D224D06}"/>
                </a:ext>
              </a:extLst>
            </p:cNvPr>
            <p:cNvGrpSpPr/>
            <p:nvPr/>
          </p:nvGrpSpPr>
          <p:grpSpPr>
            <a:xfrm>
              <a:off x="397193" y="792150"/>
              <a:ext cx="959691" cy="959691"/>
              <a:chOff x="459954" y="382372"/>
              <a:chExt cx="959691" cy="959691"/>
            </a:xfrm>
          </p:grpSpPr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12623D02-BE9C-4B10-B503-70636F32D4B4}"/>
                  </a:ext>
                </a:extLst>
              </p:cNvPr>
              <p:cNvSpPr/>
              <p:nvPr/>
            </p:nvSpPr>
            <p:spPr>
              <a:xfrm>
                <a:off x="459954" y="382372"/>
                <a:ext cx="959691" cy="959691"/>
              </a:xfrm>
              <a:prstGeom prst="ellipse">
                <a:avLst/>
              </a:prstGeom>
              <a:solidFill>
                <a:srgbClr val="D782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41" name="Google Shape;4524;p59">
                <a:extLst>
                  <a:ext uri="{FF2B5EF4-FFF2-40B4-BE49-F238E27FC236}">
                    <a16:creationId xmlns:a16="http://schemas.microsoft.com/office/drawing/2014/main" id="{2FBA9A12-D343-470C-9AED-CBE6ADF6A12B}"/>
                  </a:ext>
                </a:extLst>
              </p:cNvPr>
              <p:cNvGrpSpPr/>
              <p:nvPr/>
            </p:nvGrpSpPr>
            <p:grpSpPr>
              <a:xfrm>
                <a:off x="708305" y="631022"/>
                <a:ext cx="462989" cy="462391"/>
                <a:chOff x="5053900" y="2021500"/>
                <a:chExt cx="483750" cy="483125"/>
              </a:xfrm>
              <a:solidFill>
                <a:schemeClr val="bg1"/>
              </a:solidFill>
            </p:grpSpPr>
            <p:sp>
              <p:nvSpPr>
                <p:cNvPr id="42" name="Google Shape;4525;p59">
                  <a:extLst>
                    <a:ext uri="{FF2B5EF4-FFF2-40B4-BE49-F238E27FC236}">
                      <a16:creationId xmlns:a16="http://schemas.microsoft.com/office/drawing/2014/main" id="{5A2F3B89-AF88-4EFC-AB2C-13DC64976022}"/>
                    </a:ext>
                  </a:extLst>
                </p:cNvPr>
                <p:cNvSpPr/>
                <p:nvPr/>
              </p:nvSpPr>
              <p:spPr>
                <a:xfrm>
                  <a:off x="5281350" y="2078100"/>
                  <a:ext cx="127375" cy="12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5" h="5094" extrusionOk="0">
                      <a:moveTo>
                        <a:pt x="565" y="0"/>
                      </a:moveTo>
                      <a:cubicBezTo>
                        <a:pt x="251" y="0"/>
                        <a:pt x="1" y="254"/>
                        <a:pt x="1" y="568"/>
                      </a:cubicBezTo>
                      <a:cubicBezTo>
                        <a:pt x="1" y="879"/>
                        <a:pt x="251" y="1132"/>
                        <a:pt x="565" y="1132"/>
                      </a:cubicBezTo>
                      <a:cubicBezTo>
                        <a:pt x="2440" y="1135"/>
                        <a:pt x="3959" y="2654"/>
                        <a:pt x="3962" y="4529"/>
                      </a:cubicBezTo>
                      <a:cubicBezTo>
                        <a:pt x="3962" y="4843"/>
                        <a:pt x="4216" y="5094"/>
                        <a:pt x="4530" y="5094"/>
                      </a:cubicBezTo>
                      <a:cubicBezTo>
                        <a:pt x="4841" y="5094"/>
                        <a:pt x="5094" y="4843"/>
                        <a:pt x="5094" y="4529"/>
                      </a:cubicBezTo>
                      <a:cubicBezTo>
                        <a:pt x="5091" y="2029"/>
                        <a:pt x="3065" y="3"/>
                        <a:pt x="5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3" name="Google Shape;4526;p59">
                  <a:extLst>
                    <a:ext uri="{FF2B5EF4-FFF2-40B4-BE49-F238E27FC236}">
                      <a16:creationId xmlns:a16="http://schemas.microsoft.com/office/drawing/2014/main" id="{D52D8130-A9E3-4029-B5F3-809CD5E2BF21}"/>
                    </a:ext>
                  </a:extLst>
                </p:cNvPr>
                <p:cNvSpPr/>
                <p:nvPr/>
              </p:nvSpPr>
              <p:spPr>
                <a:xfrm>
                  <a:off x="5118000" y="2021500"/>
                  <a:ext cx="368700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8" h="19325" extrusionOk="0">
                      <a:moveTo>
                        <a:pt x="7088" y="1135"/>
                      </a:moveTo>
                      <a:cubicBezTo>
                        <a:pt x="8391" y="1135"/>
                        <a:pt x="9651" y="1571"/>
                        <a:pt x="10668" y="2397"/>
                      </a:cubicBezTo>
                      <a:cubicBezTo>
                        <a:pt x="13159" y="4417"/>
                        <a:pt x="13473" y="8104"/>
                        <a:pt x="11360" y="10516"/>
                      </a:cubicBezTo>
                      <a:cubicBezTo>
                        <a:pt x="10572" y="11419"/>
                        <a:pt x="10085" y="12503"/>
                        <a:pt x="9962" y="13626"/>
                      </a:cubicBezTo>
                      <a:lnTo>
                        <a:pt x="4237" y="13626"/>
                      </a:lnTo>
                      <a:cubicBezTo>
                        <a:pt x="4107" y="12482"/>
                        <a:pt x="3630" y="11407"/>
                        <a:pt x="2866" y="10550"/>
                      </a:cubicBezTo>
                      <a:cubicBezTo>
                        <a:pt x="1658" y="9191"/>
                        <a:pt x="1184" y="7367"/>
                        <a:pt x="1571" y="5549"/>
                      </a:cubicBezTo>
                      <a:cubicBezTo>
                        <a:pt x="2020" y="3427"/>
                        <a:pt x="3748" y="1706"/>
                        <a:pt x="5873" y="1262"/>
                      </a:cubicBezTo>
                      <a:cubicBezTo>
                        <a:pt x="6278" y="1177"/>
                        <a:pt x="6685" y="1135"/>
                        <a:pt x="7088" y="1135"/>
                      </a:cubicBezTo>
                      <a:close/>
                      <a:moveTo>
                        <a:pt x="9931" y="14759"/>
                      </a:moveTo>
                      <a:lnTo>
                        <a:pt x="9931" y="15323"/>
                      </a:lnTo>
                      <a:cubicBezTo>
                        <a:pt x="9931" y="15637"/>
                        <a:pt x="9678" y="15891"/>
                        <a:pt x="9364" y="15891"/>
                      </a:cubicBezTo>
                      <a:lnTo>
                        <a:pt x="4835" y="15891"/>
                      </a:lnTo>
                      <a:cubicBezTo>
                        <a:pt x="4521" y="15891"/>
                        <a:pt x="4270" y="15637"/>
                        <a:pt x="4270" y="15323"/>
                      </a:cubicBezTo>
                      <a:lnTo>
                        <a:pt x="4270" y="14759"/>
                      </a:lnTo>
                      <a:close/>
                      <a:moveTo>
                        <a:pt x="8699" y="17023"/>
                      </a:moveTo>
                      <a:cubicBezTo>
                        <a:pt x="8464" y="17694"/>
                        <a:pt x="7827" y="18192"/>
                        <a:pt x="7099" y="18192"/>
                      </a:cubicBezTo>
                      <a:cubicBezTo>
                        <a:pt x="6371" y="18192"/>
                        <a:pt x="5734" y="17694"/>
                        <a:pt x="5499" y="17023"/>
                      </a:cubicBezTo>
                      <a:close/>
                      <a:moveTo>
                        <a:pt x="7087" y="0"/>
                      </a:moveTo>
                      <a:cubicBezTo>
                        <a:pt x="6607" y="0"/>
                        <a:pt x="6123" y="50"/>
                        <a:pt x="5641" y="151"/>
                      </a:cubicBezTo>
                      <a:cubicBezTo>
                        <a:pt x="3053" y="712"/>
                        <a:pt x="1027" y="2729"/>
                        <a:pt x="462" y="5314"/>
                      </a:cubicBezTo>
                      <a:cubicBezTo>
                        <a:pt x="0" y="7488"/>
                        <a:pt x="568" y="9671"/>
                        <a:pt x="2020" y="11301"/>
                      </a:cubicBezTo>
                      <a:cubicBezTo>
                        <a:pt x="2730" y="12099"/>
                        <a:pt x="3135" y="13149"/>
                        <a:pt x="3135" y="14191"/>
                      </a:cubicBezTo>
                      <a:lnTo>
                        <a:pt x="3135" y="15323"/>
                      </a:lnTo>
                      <a:cubicBezTo>
                        <a:pt x="3138" y="16060"/>
                        <a:pt x="3612" y="16709"/>
                        <a:pt x="4309" y="16939"/>
                      </a:cubicBezTo>
                      <a:cubicBezTo>
                        <a:pt x="4409" y="17518"/>
                        <a:pt x="4681" y="18053"/>
                        <a:pt x="5094" y="18473"/>
                      </a:cubicBezTo>
                      <a:cubicBezTo>
                        <a:pt x="5642" y="19040"/>
                        <a:pt x="6371" y="19324"/>
                        <a:pt x="7099" y="19324"/>
                      </a:cubicBezTo>
                      <a:cubicBezTo>
                        <a:pt x="7828" y="19324"/>
                        <a:pt x="8556" y="19040"/>
                        <a:pt x="9104" y="18473"/>
                      </a:cubicBezTo>
                      <a:cubicBezTo>
                        <a:pt x="9518" y="18053"/>
                        <a:pt x="9790" y="17518"/>
                        <a:pt x="9889" y="16939"/>
                      </a:cubicBezTo>
                      <a:cubicBezTo>
                        <a:pt x="10587" y="16709"/>
                        <a:pt x="11061" y="16060"/>
                        <a:pt x="11064" y="15323"/>
                      </a:cubicBezTo>
                      <a:lnTo>
                        <a:pt x="11064" y="14191"/>
                      </a:lnTo>
                      <a:cubicBezTo>
                        <a:pt x="11064" y="13149"/>
                        <a:pt x="11471" y="12108"/>
                        <a:pt x="12211" y="11262"/>
                      </a:cubicBezTo>
                      <a:cubicBezTo>
                        <a:pt x="14747" y="8366"/>
                        <a:pt x="14370" y="3943"/>
                        <a:pt x="11381" y="1518"/>
                      </a:cubicBezTo>
                      <a:cubicBezTo>
                        <a:pt x="10159" y="525"/>
                        <a:pt x="8647" y="0"/>
                        <a:pt x="70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4" name="Google Shape;4527;p59">
                  <a:extLst>
                    <a:ext uri="{FF2B5EF4-FFF2-40B4-BE49-F238E27FC236}">
                      <a16:creationId xmlns:a16="http://schemas.microsoft.com/office/drawing/2014/main" id="{EAC62C0A-079E-49F1-8225-597F588860C7}"/>
                    </a:ext>
                  </a:extLst>
                </p:cNvPr>
                <p:cNvSpPr/>
                <p:nvPr/>
              </p:nvSpPr>
              <p:spPr>
                <a:xfrm>
                  <a:off x="50539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9" y="0"/>
                      </a:moveTo>
                      <a:cubicBezTo>
                        <a:pt x="255" y="0"/>
                        <a:pt x="1" y="254"/>
                        <a:pt x="1" y="568"/>
                      </a:cubicBezTo>
                      <a:cubicBezTo>
                        <a:pt x="1" y="879"/>
                        <a:pt x="255" y="1133"/>
                        <a:pt x="569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6" y="879"/>
                        <a:pt x="2266" y="568"/>
                      </a:cubicBezTo>
                      <a:cubicBezTo>
                        <a:pt x="2266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5" name="Google Shape;4528;p59">
                  <a:extLst>
                    <a:ext uri="{FF2B5EF4-FFF2-40B4-BE49-F238E27FC236}">
                      <a16:creationId xmlns:a16="http://schemas.microsoft.com/office/drawing/2014/main" id="{CF0C36F0-E698-40D0-B1E4-1F22EDEEADCE}"/>
                    </a:ext>
                  </a:extLst>
                </p:cNvPr>
                <p:cNvSpPr/>
                <p:nvPr/>
              </p:nvSpPr>
              <p:spPr>
                <a:xfrm>
                  <a:off x="5056850" y="2096550"/>
                  <a:ext cx="50750" cy="4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921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9"/>
                        <a:pt x="215" y="962"/>
                      </a:cubicBezTo>
                      <a:lnTo>
                        <a:pt x="1015" y="1762"/>
                      </a:lnTo>
                      <a:cubicBezTo>
                        <a:pt x="1125" y="1868"/>
                        <a:pt x="1267" y="1921"/>
                        <a:pt x="1409" y="1921"/>
                      </a:cubicBezTo>
                      <a:cubicBezTo>
                        <a:pt x="1554" y="1921"/>
                        <a:pt x="1699" y="1865"/>
                        <a:pt x="1809" y="1753"/>
                      </a:cubicBezTo>
                      <a:cubicBezTo>
                        <a:pt x="2027" y="1536"/>
                        <a:pt x="2030" y="1183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6" name="Google Shape;4529;p59">
                  <a:extLst>
                    <a:ext uri="{FF2B5EF4-FFF2-40B4-BE49-F238E27FC236}">
                      <a16:creationId xmlns:a16="http://schemas.microsoft.com/office/drawing/2014/main" id="{DC5DE3AF-E475-468F-ACEA-603C0F8471D8}"/>
                    </a:ext>
                  </a:extLst>
                </p:cNvPr>
                <p:cNvSpPr/>
                <p:nvPr/>
              </p:nvSpPr>
              <p:spPr>
                <a:xfrm>
                  <a:off x="5056400" y="2266400"/>
                  <a:ext cx="51200" cy="4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34" extrusionOk="0">
                      <a:moveTo>
                        <a:pt x="1427" y="0"/>
                      </a:moveTo>
                      <a:cubicBezTo>
                        <a:pt x="1285" y="0"/>
                        <a:pt x="1143" y="53"/>
                        <a:pt x="1033" y="159"/>
                      </a:cubicBezTo>
                      <a:lnTo>
                        <a:pt x="233" y="962"/>
                      </a:lnTo>
                      <a:cubicBezTo>
                        <a:pt x="4" y="1179"/>
                        <a:pt x="1" y="1545"/>
                        <a:pt x="227" y="1768"/>
                      </a:cubicBezTo>
                      <a:cubicBezTo>
                        <a:pt x="338" y="1879"/>
                        <a:pt x="482" y="1934"/>
                        <a:pt x="627" y="1934"/>
                      </a:cubicBezTo>
                      <a:cubicBezTo>
                        <a:pt x="774" y="1934"/>
                        <a:pt x="922" y="1876"/>
                        <a:pt x="1033" y="1762"/>
                      </a:cubicBezTo>
                      <a:lnTo>
                        <a:pt x="1833" y="962"/>
                      </a:lnTo>
                      <a:cubicBezTo>
                        <a:pt x="2048" y="738"/>
                        <a:pt x="2045" y="385"/>
                        <a:pt x="1827" y="168"/>
                      </a:cubicBezTo>
                      <a:cubicBezTo>
                        <a:pt x="1717" y="56"/>
                        <a:pt x="1572" y="0"/>
                        <a:pt x="1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7" name="Google Shape;4530;p59">
                  <a:extLst>
                    <a:ext uri="{FF2B5EF4-FFF2-40B4-BE49-F238E27FC236}">
                      <a16:creationId xmlns:a16="http://schemas.microsoft.com/office/drawing/2014/main" id="{28D76244-C066-4F88-9CBD-3BD7CF0ED8C6}"/>
                    </a:ext>
                  </a:extLst>
                </p:cNvPr>
                <p:cNvSpPr/>
                <p:nvPr/>
              </p:nvSpPr>
              <p:spPr>
                <a:xfrm>
                  <a:off x="54804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8" y="0"/>
                      </a:moveTo>
                      <a:cubicBezTo>
                        <a:pt x="254" y="0"/>
                        <a:pt x="1" y="254"/>
                        <a:pt x="1" y="568"/>
                      </a:cubicBezTo>
                      <a:cubicBezTo>
                        <a:pt x="1" y="879"/>
                        <a:pt x="254" y="1133"/>
                        <a:pt x="568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5" y="879"/>
                        <a:pt x="2265" y="568"/>
                      </a:cubicBezTo>
                      <a:cubicBezTo>
                        <a:pt x="2265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8" name="Google Shape;4531;p59">
                  <a:extLst>
                    <a:ext uri="{FF2B5EF4-FFF2-40B4-BE49-F238E27FC236}">
                      <a16:creationId xmlns:a16="http://schemas.microsoft.com/office/drawing/2014/main" id="{A0ADF3FF-7B0D-4C7B-A560-A1AD9DA79B28}"/>
                    </a:ext>
                  </a:extLst>
                </p:cNvPr>
                <p:cNvSpPr/>
                <p:nvPr/>
              </p:nvSpPr>
              <p:spPr>
                <a:xfrm>
                  <a:off x="5479800" y="209655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1550" y="0"/>
                      </a:moveTo>
                      <a:cubicBezTo>
                        <a:pt x="1409" y="0"/>
                        <a:pt x="1267" y="53"/>
                        <a:pt x="1157" y="159"/>
                      </a:cubicBezTo>
                      <a:lnTo>
                        <a:pt x="357" y="962"/>
                      </a:lnTo>
                      <a:cubicBezTo>
                        <a:pt x="1" y="1318"/>
                        <a:pt x="251" y="1928"/>
                        <a:pt x="756" y="1928"/>
                      </a:cubicBezTo>
                      <a:cubicBezTo>
                        <a:pt x="907" y="1928"/>
                        <a:pt x="1051" y="1868"/>
                        <a:pt x="1157" y="1762"/>
                      </a:cubicBezTo>
                      <a:lnTo>
                        <a:pt x="1957" y="959"/>
                      </a:lnTo>
                      <a:cubicBezTo>
                        <a:pt x="2172" y="739"/>
                        <a:pt x="2169" y="385"/>
                        <a:pt x="1951" y="168"/>
                      </a:cubicBezTo>
                      <a:cubicBezTo>
                        <a:pt x="1841" y="56"/>
                        <a:pt x="1696" y="0"/>
                        <a:pt x="15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49" name="Google Shape;4532;p59">
                  <a:extLst>
                    <a:ext uri="{FF2B5EF4-FFF2-40B4-BE49-F238E27FC236}">
                      <a16:creationId xmlns:a16="http://schemas.microsoft.com/office/drawing/2014/main" id="{E994DD72-3EEE-4BD7-90A9-19F4C366547F}"/>
                    </a:ext>
                  </a:extLst>
                </p:cNvPr>
                <p:cNvSpPr/>
                <p:nvPr/>
              </p:nvSpPr>
              <p:spPr>
                <a:xfrm>
                  <a:off x="5483350" y="226640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8"/>
                        <a:pt x="215" y="962"/>
                      </a:cubicBezTo>
                      <a:lnTo>
                        <a:pt x="1015" y="1762"/>
                      </a:lnTo>
                      <a:cubicBezTo>
                        <a:pt x="1121" y="1868"/>
                        <a:pt x="1266" y="1928"/>
                        <a:pt x="1417" y="1928"/>
                      </a:cubicBezTo>
                      <a:cubicBezTo>
                        <a:pt x="1921" y="1928"/>
                        <a:pt x="2172" y="1318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B387738B-2143-4D5F-B217-C792D44EE5B5}"/>
                </a:ext>
              </a:extLst>
            </p:cNvPr>
            <p:cNvSpPr txBox="1"/>
            <p:nvPr/>
          </p:nvSpPr>
          <p:spPr>
            <a:xfrm>
              <a:off x="391510" y="1795580"/>
              <a:ext cx="971057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D78233"/>
                  </a:solidFill>
                  <a:latin typeface="Raleway" pitchFamily="2" charset="0"/>
                </a:rPr>
                <a:t>IDÉE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B0960EE-F68B-48DD-9742-26DF35F207CD}"/>
              </a:ext>
            </a:extLst>
          </p:cNvPr>
          <p:cNvGrpSpPr/>
          <p:nvPr/>
        </p:nvGrpSpPr>
        <p:grpSpPr>
          <a:xfrm>
            <a:off x="6337296" y="1032742"/>
            <a:ext cx="850714" cy="940010"/>
            <a:chOff x="1886785" y="771321"/>
            <a:chExt cx="1205142" cy="1331641"/>
          </a:xfrm>
        </p:grpSpPr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974E1BBF-9CEE-4DF0-9B64-BDBB791ED129}"/>
                </a:ext>
              </a:extLst>
            </p:cNvPr>
            <p:cNvGrpSpPr/>
            <p:nvPr/>
          </p:nvGrpSpPr>
          <p:grpSpPr>
            <a:xfrm>
              <a:off x="2009511" y="771321"/>
              <a:ext cx="959691" cy="959691"/>
              <a:chOff x="1740136" y="382372"/>
              <a:chExt cx="959691" cy="959691"/>
            </a:xfrm>
          </p:grpSpPr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B9565D64-B916-4BE8-8883-4A05D9EC7421}"/>
                  </a:ext>
                </a:extLst>
              </p:cNvPr>
              <p:cNvSpPr/>
              <p:nvPr/>
            </p:nvSpPr>
            <p:spPr>
              <a:xfrm>
                <a:off x="1740136" y="382372"/>
                <a:ext cx="959691" cy="95969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55" name="Google Shape;5736;p62">
                <a:extLst>
                  <a:ext uri="{FF2B5EF4-FFF2-40B4-BE49-F238E27FC236}">
                    <a16:creationId xmlns:a16="http://schemas.microsoft.com/office/drawing/2014/main" id="{0360747C-D0F1-4FBE-9272-25686F3D6CA4}"/>
                  </a:ext>
                </a:extLst>
              </p:cNvPr>
              <p:cNvGrpSpPr/>
              <p:nvPr/>
            </p:nvGrpSpPr>
            <p:grpSpPr>
              <a:xfrm>
                <a:off x="2006059" y="612121"/>
                <a:ext cx="427844" cy="500193"/>
                <a:chOff x="-48237000" y="2342650"/>
                <a:chExt cx="256800" cy="300225"/>
              </a:xfrm>
              <a:solidFill>
                <a:schemeClr val="bg1"/>
              </a:solidFill>
            </p:grpSpPr>
            <p:sp>
              <p:nvSpPr>
                <p:cNvPr id="56" name="Google Shape;5737;p62">
                  <a:extLst>
                    <a:ext uri="{FF2B5EF4-FFF2-40B4-BE49-F238E27FC236}">
                      <a16:creationId xmlns:a16="http://schemas.microsoft.com/office/drawing/2014/main" id="{0B270981-E352-4320-AFD8-1E711B0FA5B2}"/>
                    </a:ext>
                  </a:extLst>
                </p:cNvPr>
                <p:cNvSpPr/>
                <p:nvPr/>
              </p:nvSpPr>
              <p:spPr>
                <a:xfrm>
                  <a:off x="-48237000" y="2342650"/>
                  <a:ext cx="256800" cy="3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2" h="12009" extrusionOk="0">
                      <a:moveTo>
                        <a:pt x="4507" y="679"/>
                      </a:moveTo>
                      <a:cubicBezTo>
                        <a:pt x="4774" y="679"/>
                        <a:pt x="5048" y="706"/>
                        <a:pt x="5325" y="762"/>
                      </a:cubicBezTo>
                      <a:cubicBezTo>
                        <a:pt x="6774" y="1077"/>
                        <a:pt x="7940" y="2274"/>
                        <a:pt x="8255" y="3723"/>
                      </a:cubicBezTo>
                      <a:cubicBezTo>
                        <a:pt x="8381" y="4227"/>
                        <a:pt x="8381" y="4763"/>
                        <a:pt x="8318" y="5267"/>
                      </a:cubicBezTo>
                      <a:cubicBezTo>
                        <a:pt x="8318" y="5330"/>
                        <a:pt x="8318" y="5424"/>
                        <a:pt x="8350" y="5487"/>
                      </a:cubicBezTo>
                      <a:lnTo>
                        <a:pt x="9263" y="7220"/>
                      </a:lnTo>
                      <a:cubicBezTo>
                        <a:pt x="9389" y="7441"/>
                        <a:pt x="9232" y="7756"/>
                        <a:pt x="8980" y="7756"/>
                      </a:cubicBezTo>
                      <a:lnTo>
                        <a:pt x="8034" y="7756"/>
                      </a:lnTo>
                      <a:cubicBezTo>
                        <a:pt x="7845" y="7756"/>
                        <a:pt x="7688" y="7913"/>
                        <a:pt x="7688" y="8102"/>
                      </a:cubicBezTo>
                      <a:lnTo>
                        <a:pt x="7688" y="9867"/>
                      </a:lnTo>
                      <a:lnTo>
                        <a:pt x="5892" y="9867"/>
                      </a:lnTo>
                      <a:cubicBezTo>
                        <a:pt x="5703" y="9867"/>
                        <a:pt x="5546" y="10024"/>
                        <a:pt x="5546" y="10213"/>
                      </a:cubicBezTo>
                      <a:lnTo>
                        <a:pt x="5546" y="11284"/>
                      </a:lnTo>
                      <a:lnTo>
                        <a:pt x="2049" y="11284"/>
                      </a:lnTo>
                      <a:lnTo>
                        <a:pt x="2049" y="7693"/>
                      </a:lnTo>
                      <a:cubicBezTo>
                        <a:pt x="2049" y="7598"/>
                        <a:pt x="2017" y="7504"/>
                        <a:pt x="1923" y="7441"/>
                      </a:cubicBezTo>
                      <a:cubicBezTo>
                        <a:pt x="1103" y="6685"/>
                        <a:pt x="631" y="5645"/>
                        <a:pt x="631" y="4542"/>
                      </a:cubicBezTo>
                      <a:cubicBezTo>
                        <a:pt x="631" y="2387"/>
                        <a:pt x="2372" y="679"/>
                        <a:pt x="4507" y="679"/>
                      </a:cubicBezTo>
                      <a:close/>
                      <a:moveTo>
                        <a:pt x="4570" y="0"/>
                      </a:moveTo>
                      <a:cubicBezTo>
                        <a:pt x="2059" y="0"/>
                        <a:pt x="1" y="1999"/>
                        <a:pt x="1" y="4542"/>
                      </a:cubicBezTo>
                      <a:cubicBezTo>
                        <a:pt x="1" y="5802"/>
                        <a:pt x="505" y="7000"/>
                        <a:pt x="1418" y="7850"/>
                      </a:cubicBezTo>
                      <a:lnTo>
                        <a:pt x="1418" y="11631"/>
                      </a:lnTo>
                      <a:cubicBezTo>
                        <a:pt x="1418" y="11851"/>
                        <a:pt x="1576" y="12009"/>
                        <a:pt x="1765" y="12009"/>
                      </a:cubicBezTo>
                      <a:lnTo>
                        <a:pt x="5987" y="12009"/>
                      </a:lnTo>
                      <a:cubicBezTo>
                        <a:pt x="6176" y="12009"/>
                        <a:pt x="6333" y="11851"/>
                        <a:pt x="6333" y="11631"/>
                      </a:cubicBezTo>
                      <a:lnTo>
                        <a:pt x="6333" y="10591"/>
                      </a:lnTo>
                      <a:lnTo>
                        <a:pt x="8097" y="10591"/>
                      </a:lnTo>
                      <a:cubicBezTo>
                        <a:pt x="8287" y="10591"/>
                        <a:pt x="8444" y="10434"/>
                        <a:pt x="8444" y="10213"/>
                      </a:cubicBezTo>
                      <a:lnTo>
                        <a:pt x="8444" y="8449"/>
                      </a:lnTo>
                      <a:lnTo>
                        <a:pt x="9043" y="8449"/>
                      </a:lnTo>
                      <a:cubicBezTo>
                        <a:pt x="9799" y="8417"/>
                        <a:pt x="10271" y="7598"/>
                        <a:pt x="9925" y="6874"/>
                      </a:cubicBezTo>
                      <a:lnTo>
                        <a:pt x="9043" y="5267"/>
                      </a:lnTo>
                      <a:cubicBezTo>
                        <a:pt x="9137" y="4700"/>
                        <a:pt x="9137" y="4164"/>
                        <a:pt x="9011" y="3597"/>
                      </a:cubicBezTo>
                      <a:cubicBezTo>
                        <a:pt x="8665" y="1864"/>
                        <a:pt x="7247" y="510"/>
                        <a:pt x="5546" y="100"/>
                      </a:cubicBezTo>
                      <a:cubicBezTo>
                        <a:pt x="5215" y="33"/>
                        <a:pt x="4889" y="0"/>
                        <a:pt x="45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57" name="Google Shape;5738;p62">
                  <a:extLst>
                    <a:ext uri="{FF2B5EF4-FFF2-40B4-BE49-F238E27FC236}">
                      <a16:creationId xmlns:a16="http://schemas.microsoft.com/office/drawing/2014/main" id="{839D5486-F41E-403A-9739-5116871000F2}"/>
                    </a:ext>
                  </a:extLst>
                </p:cNvPr>
                <p:cNvSpPr/>
                <p:nvPr/>
              </p:nvSpPr>
              <p:spPr>
                <a:xfrm>
                  <a:off x="-48195250" y="2377425"/>
                  <a:ext cx="1441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6" h="5609" extrusionOk="0">
                      <a:moveTo>
                        <a:pt x="3214" y="757"/>
                      </a:moveTo>
                      <a:lnTo>
                        <a:pt x="3214" y="883"/>
                      </a:lnTo>
                      <a:cubicBezTo>
                        <a:pt x="3214" y="1040"/>
                        <a:pt x="3277" y="1135"/>
                        <a:pt x="3435" y="1198"/>
                      </a:cubicBezTo>
                      <a:cubicBezTo>
                        <a:pt x="3624" y="1261"/>
                        <a:pt x="3844" y="1387"/>
                        <a:pt x="4002" y="1513"/>
                      </a:cubicBezTo>
                      <a:cubicBezTo>
                        <a:pt x="4061" y="1553"/>
                        <a:pt x="4146" y="1593"/>
                        <a:pt x="4233" y="1593"/>
                      </a:cubicBezTo>
                      <a:cubicBezTo>
                        <a:pt x="4283" y="1593"/>
                        <a:pt x="4333" y="1579"/>
                        <a:pt x="4380" y="1545"/>
                      </a:cubicBezTo>
                      <a:lnTo>
                        <a:pt x="4506" y="1482"/>
                      </a:lnTo>
                      <a:lnTo>
                        <a:pt x="4852" y="2049"/>
                      </a:lnTo>
                      <a:lnTo>
                        <a:pt x="4726" y="2143"/>
                      </a:lnTo>
                      <a:cubicBezTo>
                        <a:pt x="4632" y="2206"/>
                        <a:pt x="4537" y="2364"/>
                        <a:pt x="4569" y="2490"/>
                      </a:cubicBezTo>
                      <a:cubicBezTo>
                        <a:pt x="4632" y="2710"/>
                        <a:pt x="4632" y="2899"/>
                        <a:pt x="4569" y="3120"/>
                      </a:cubicBezTo>
                      <a:cubicBezTo>
                        <a:pt x="4537" y="3277"/>
                        <a:pt x="4632" y="3403"/>
                        <a:pt x="4726" y="3466"/>
                      </a:cubicBezTo>
                      <a:lnTo>
                        <a:pt x="4852" y="3561"/>
                      </a:lnTo>
                      <a:lnTo>
                        <a:pt x="4506" y="4159"/>
                      </a:lnTo>
                      <a:lnTo>
                        <a:pt x="4380" y="4065"/>
                      </a:lnTo>
                      <a:cubicBezTo>
                        <a:pt x="4323" y="4037"/>
                        <a:pt x="4260" y="4021"/>
                        <a:pt x="4199" y="4021"/>
                      </a:cubicBezTo>
                      <a:cubicBezTo>
                        <a:pt x="4125" y="4021"/>
                        <a:pt x="4054" y="4044"/>
                        <a:pt x="4002" y="4096"/>
                      </a:cubicBezTo>
                      <a:cubicBezTo>
                        <a:pt x="3844" y="4254"/>
                        <a:pt x="3624" y="4348"/>
                        <a:pt x="3435" y="4411"/>
                      </a:cubicBezTo>
                      <a:cubicBezTo>
                        <a:pt x="3277" y="4475"/>
                        <a:pt x="3214" y="4632"/>
                        <a:pt x="3214" y="4727"/>
                      </a:cubicBezTo>
                      <a:lnTo>
                        <a:pt x="3214" y="4853"/>
                      </a:lnTo>
                      <a:lnTo>
                        <a:pt x="2489" y="4853"/>
                      </a:lnTo>
                      <a:lnTo>
                        <a:pt x="2489" y="4727"/>
                      </a:lnTo>
                      <a:cubicBezTo>
                        <a:pt x="2489" y="4569"/>
                        <a:pt x="2426" y="4475"/>
                        <a:pt x="2269" y="4411"/>
                      </a:cubicBezTo>
                      <a:cubicBezTo>
                        <a:pt x="2048" y="4348"/>
                        <a:pt x="1859" y="4222"/>
                        <a:pt x="1702" y="4096"/>
                      </a:cubicBezTo>
                      <a:cubicBezTo>
                        <a:pt x="1622" y="4057"/>
                        <a:pt x="1530" y="4017"/>
                        <a:pt x="1449" y="4017"/>
                      </a:cubicBezTo>
                      <a:cubicBezTo>
                        <a:pt x="1402" y="4017"/>
                        <a:pt x="1358" y="4030"/>
                        <a:pt x="1324" y="4065"/>
                      </a:cubicBezTo>
                      <a:lnTo>
                        <a:pt x="1198" y="4159"/>
                      </a:lnTo>
                      <a:lnTo>
                        <a:pt x="851" y="3561"/>
                      </a:lnTo>
                      <a:lnTo>
                        <a:pt x="946" y="3466"/>
                      </a:lnTo>
                      <a:cubicBezTo>
                        <a:pt x="1072" y="3403"/>
                        <a:pt x="1166" y="3246"/>
                        <a:pt x="1103" y="3120"/>
                      </a:cubicBezTo>
                      <a:cubicBezTo>
                        <a:pt x="1072" y="2899"/>
                        <a:pt x="1072" y="2710"/>
                        <a:pt x="1103" y="2490"/>
                      </a:cubicBezTo>
                      <a:cubicBezTo>
                        <a:pt x="1166" y="2332"/>
                        <a:pt x="1072" y="2206"/>
                        <a:pt x="946" y="2143"/>
                      </a:cubicBezTo>
                      <a:lnTo>
                        <a:pt x="851" y="2049"/>
                      </a:lnTo>
                      <a:lnTo>
                        <a:pt x="1198" y="1482"/>
                      </a:lnTo>
                      <a:lnTo>
                        <a:pt x="1324" y="1545"/>
                      </a:lnTo>
                      <a:cubicBezTo>
                        <a:pt x="1366" y="1573"/>
                        <a:pt x="1421" y="1588"/>
                        <a:pt x="1481" y="1588"/>
                      </a:cubicBezTo>
                      <a:cubicBezTo>
                        <a:pt x="1553" y="1588"/>
                        <a:pt x="1632" y="1565"/>
                        <a:pt x="1702" y="1513"/>
                      </a:cubicBezTo>
                      <a:cubicBezTo>
                        <a:pt x="1859" y="1356"/>
                        <a:pt x="2048" y="1261"/>
                        <a:pt x="2269" y="1198"/>
                      </a:cubicBezTo>
                      <a:cubicBezTo>
                        <a:pt x="2426" y="1135"/>
                        <a:pt x="2489" y="977"/>
                        <a:pt x="2489" y="883"/>
                      </a:cubicBezTo>
                      <a:lnTo>
                        <a:pt x="2489" y="757"/>
                      </a:lnTo>
                      <a:close/>
                      <a:moveTo>
                        <a:pt x="2174" y="1"/>
                      </a:moveTo>
                      <a:cubicBezTo>
                        <a:pt x="1985" y="1"/>
                        <a:pt x="1828" y="158"/>
                        <a:pt x="1828" y="379"/>
                      </a:cubicBezTo>
                      <a:lnTo>
                        <a:pt x="1828" y="599"/>
                      </a:lnTo>
                      <a:cubicBezTo>
                        <a:pt x="1702" y="631"/>
                        <a:pt x="1576" y="725"/>
                        <a:pt x="1513" y="788"/>
                      </a:cubicBezTo>
                      <a:lnTo>
                        <a:pt x="1324" y="694"/>
                      </a:lnTo>
                      <a:cubicBezTo>
                        <a:pt x="1265" y="658"/>
                        <a:pt x="1192" y="641"/>
                        <a:pt x="1122" y="641"/>
                      </a:cubicBezTo>
                      <a:cubicBezTo>
                        <a:pt x="1004" y="641"/>
                        <a:pt x="890" y="690"/>
                        <a:pt x="851" y="788"/>
                      </a:cubicBezTo>
                      <a:lnTo>
                        <a:pt x="126" y="2017"/>
                      </a:lnTo>
                      <a:cubicBezTo>
                        <a:pt x="63" y="2175"/>
                        <a:pt x="95" y="2427"/>
                        <a:pt x="253" y="2490"/>
                      </a:cubicBezTo>
                      <a:lnTo>
                        <a:pt x="442" y="2616"/>
                      </a:lnTo>
                      <a:lnTo>
                        <a:pt x="442" y="2994"/>
                      </a:lnTo>
                      <a:lnTo>
                        <a:pt x="253" y="3120"/>
                      </a:lnTo>
                      <a:cubicBezTo>
                        <a:pt x="95" y="3214"/>
                        <a:pt x="0" y="3435"/>
                        <a:pt x="126" y="3592"/>
                      </a:cubicBezTo>
                      <a:lnTo>
                        <a:pt x="851" y="4821"/>
                      </a:lnTo>
                      <a:cubicBezTo>
                        <a:pt x="894" y="4928"/>
                        <a:pt x="1024" y="4991"/>
                        <a:pt x="1152" y="4991"/>
                      </a:cubicBezTo>
                      <a:cubicBezTo>
                        <a:pt x="1213" y="4991"/>
                        <a:pt x="1273" y="4977"/>
                        <a:pt x="1324" y="4947"/>
                      </a:cubicBezTo>
                      <a:lnTo>
                        <a:pt x="1513" y="4821"/>
                      </a:lnTo>
                      <a:cubicBezTo>
                        <a:pt x="1639" y="4884"/>
                        <a:pt x="1733" y="4979"/>
                        <a:pt x="1828" y="5010"/>
                      </a:cubicBezTo>
                      <a:lnTo>
                        <a:pt x="1828" y="5262"/>
                      </a:lnTo>
                      <a:cubicBezTo>
                        <a:pt x="1828" y="5451"/>
                        <a:pt x="1985" y="5609"/>
                        <a:pt x="2174" y="5609"/>
                      </a:cubicBezTo>
                      <a:lnTo>
                        <a:pt x="3592" y="5609"/>
                      </a:lnTo>
                      <a:cubicBezTo>
                        <a:pt x="3781" y="5609"/>
                        <a:pt x="3939" y="5451"/>
                        <a:pt x="3939" y="5262"/>
                      </a:cubicBezTo>
                      <a:lnTo>
                        <a:pt x="3939" y="5010"/>
                      </a:lnTo>
                      <a:cubicBezTo>
                        <a:pt x="4065" y="4979"/>
                        <a:pt x="4191" y="4884"/>
                        <a:pt x="4254" y="4821"/>
                      </a:cubicBezTo>
                      <a:lnTo>
                        <a:pt x="4474" y="4947"/>
                      </a:lnTo>
                      <a:cubicBezTo>
                        <a:pt x="4524" y="4967"/>
                        <a:pt x="4580" y="4978"/>
                        <a:pt x="4637" y="4978"/>
                      </a:cubicBezTo>
                      <a:cubicBezTo>
                        <a:pt x="4759" y="4978"/>
                        <a:pt x="4882" y="4929"/>
                        <a:pt x="4947" y="4821"/>
                      </a:cubicBezTo>
                      <a:lnTo>
                        <a:pt x="5640" y="3592"/>
                      </a:lnTo>
                      <a:cubicBezTo>
                        <a:pt x="5734" y="3435"/>
                        <a:pt x="5671" y="3214"/>
                        <a:pt x="5514" y="3120"/>
                      </a:cubicBezTo>
                      <a:lnTo>
                        <a:pt x="5325" y="2994"/>
                      </a:lnTo>
                      <a:lnTo>
                        <a:pt x="5325" y="2616"/>
                      </a:lnTo>
                      <a:lnTo>
                        <a:pt x="5514" y="2490"/>
                      </a:lnTo>
                      <a:cubicBezTo>
                        <a:pt x="5671" y="2427"/>
                        <a:pt x="5766" y="2206"/>
                        <a:pt x="5640" y="2017"/>
                      </a:cubicBezTo>
                      <a:lnTo>
                        <a:pt x="4947" y="788"/>
                      </a:lnTo>
                      <a:cubicBezTo>
                        <a:pt x="4887" y="689"/>
                        <a:pt x="4777" y="627"/>
                        <a:pt x="4664" y="627"/>
                      </a:cubicBezTo>
                      <a:cubicBezTo>
                        <a:pt x="4598" y="627"/>
                        <a:pt x="4532" y="648"/>
                        <a:pt x="4474" y="694"/>
                      </a:cubicBezTo>
                      <a:lnTo>
                        <a:pt x="4254" y="788"/>
                      </a:lnTo>
                      <a:cubicBezTo>
                        <a:pt x="4159" y="725"/>
                        <a:pt x="4033" y="631"/>
                        <a:pt x="3939" y="599"/>
                      </a:cubicBezTo>
                      <a:lnTo>
                        <a:pt x="3939" y="379"/>
                      </a:lnTo>
                      <a:cubicBezTo>
                        <a:pt x="3939" y="158"/>
                        <a:pt x="3781" y="1"/>
                        <a:pt x="3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58" name="Google Shape;5739;p62">
                  <a:extLst>
                    <a:ext uri="{FF2B5EF4-FFF2-40B4-BE49-F238E27FC236}">
                      <a16:creationId xmlns:a16="http://schemas.microsoft.com/office/drawing/2014/main" id="{D9E23BDC-89DE-4874-AF34-30B2C1C3B5CA}"/>
                    </a:ext>
                  </a:extLst>
                </p:cNvPr>
                <p:cNvSpPr/>
                <p:nvPr/>
              </p:nvSpPr>
              <p:spPr>
                <a:xfrm>
                  <a:off x="-48150350" y="2422325"/>
                  <a:ext cx="527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2112" extrusionOk="0">
                      <a:moveTo>
                        <a:pt x="1040" y="662"/>
                      </a:moveTo>
                      <a:cubicBezTo>
                        <a:pt x="1260" y="662"/>
                        <a:pt x="1418" y="820"/>
                        <a:pt x="1418" y="1009"/>
                      </a:cubicBezTo>
                      <a:cubicBezTo>
                        <a:pt x="1418" y="1198"/>
                        <a:pt x="1260" y="1355"/>
                        <a:pt x="1040" y="1355"/>
                      </a:cubicBezTo>
                      <a:cubicBezTo>
                        <a:pt x="851" y="1355"/>
                        <a:pt x="693" y="1198"/>
                        <a:pt x="693" y="1009"/>
                      </a:cubicBezTo>
                      <a:cubicBezTo>
                        <a:pt x="693" y="820"/>
                        <a:pt x="851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639"/>
                        <a:pt x="473" y="2111"/>
                        <a:pt x="1040" y="2111"/>
                      </a:cubicBezTo>
                      <a:cubicBezTo>
                        <a:pt x="1639" y="2111"/>
                        <a:pt x="2111" y="1639"/>
                        <a:pt x="2111" y="1040"/>
                      </a:cubicBezTo>
                      <a:cubicBezTo>
                        <a:pt x="2111" y="473"/>
                        <a:pt x="163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28" name="ZoneTexte 127">
              <a:extLst>
                <a:ext uri="{FF2B5EF4-FFF2-40B4-BE49-F238E27FC236}">
                  <a16:creationId xmlns:a16="http://schemas.microsoft.com/office/drawing/2014/main" id="{DAD32057-3CA4-4C00-87EC-9D319877C7E7}"/>
                </a:ext>
              </a:extLst>
            </p:cNvPr>
            <p:cNvSpPr txBox="1"/>
            <p:nvPr/>
          </p:nvSpPr>
          <p:spPr>
            <a:xfrm>
              <a:off x="1886785" y="1795580"/>
              <a:ext cx="1205142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FFC000"/>
                  </a:solidFill>
                  <a:latin typeface="Raleway" pitchFamily="2" charset="0"/>
                </a:rPr>
                <a:t>CREATIVITÉ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58509A1-A176-4ADE-9E49-77117D8ECED0}"/>
              </a:ext>
            </a:extLst>
          </p:cNvPr>
          <p:cNvGrpSpPr/>
          <p:nvPr/>
        </p:nvGrpSpPr>
        <p:grpSpPr>
          <a:xfrm>
            <a:off x="7265270" y="1782118"/>
            <a:ext cx="1596714" cy="677449"/>
            <a:chOff x="3738871" y="792150"/>
            <a:chExt cx="2261944" cy="959691"/>
          </a:xfrm>
        </p:grpSpPr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FA0A71BF-69A2-4522-91FE-F5FB698E9C77}"/>
                </a:ext>
              </a:extLst>
            </p:cNvPr>
            <p:cNvGrpSpPr/>
            <p:nvPr/>
          </p:nvGrpSpPr>
          <p:grpSpPr>
            <a:xfrm>
              <a:off x="3738871" y="792150"/>
              <a:ext cx="959691" cy="959691"/>
              <a:chOff x="3138803" y="374584"/>
              <a:chExt cx="959691" cy="959691"/>
            </a:xfrm>
          </p:grpSpPr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27519CCD-DBF1-438F-8019-FED1D21A3C53}"/>
                  </a:ext>
                </a:extLst>
              </p:cNvPr>
              <p:cNvSpPr/>
              <p:nvPr/>
            </p:nvSpPr>
            <p:spPr>
              <a:xfrm>
                <a:off x="3138803" y="374584"/>
                <a:ext cx="959691" cy="95969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77" name="Google Shape;4448;p59">
                <a:extLst>
                  <a:ext uri="{FF2B5EF4-FFF2-40B4-BE49-F238E27FC236}">
                    <a16:creationId xmlns:a16="http://schemas.microsoft.com/office/drawing/2014/main" id="{E2D4CE59-76EB-4B2B-ACA3-1706BD66BB67}"/>
                  </a:ext>
                </a:extLst>
              </p:cNvPr>
              <p:cNvSpPr/>
              <p:nvPr/>
            </p:nvSpPr>
            <p:spPr>
              <a:xfrm>
                <a:off x="3375380" y="612088"/>
                <a:ext cx="486537" cy="484683"/>
              </a:xfrm>
              <a:custGeom>
                <a:avLst/>
                <a:gdLst/>
                <a:ahLst/>
                <a:cxnLst/>
                <a:rect l="l" t="t" r="r" b="b"/>
                <a:pathLst>
                  <a:path w="19401" h="19327" extrusionOk="0">
                    <a:moveTo>
                      <a:pt x="14796" y="1700"/>
                    </a:moveTo>
                    <a:lnTo>
                      <a:pt x="17815" y="3965"/>
                    </a:lnTo>
                    <a:lnTo>
                      <a:pt x="14796" y="6229"/>
                    </a:lnTo>
                    <a:lnTo>
                      <a:pt x="14796" y="5097"/>
                    </a:lnTo>
                    <a:cubicBezTo>
                      <a:pt x="14796" y="4783"/>
                      <a:pt x="14542" y="4529"/>
                      <a:pt x="14231" y="4529"/>
                    </a:cubicBezTo>
                    <a:lnTo>
                      <a:pt x="10795" y="4529"/>
                    </a:lnTo>
                    <a:cubicBezTo>
                      <a:pt x="9807" y="4529"/>
                      <a:pt x="8893" y="5046"/>
                      <a:pt x="8379" y="5888"/>
                    </a:cubicBezTo>
                    <a:cubicBezTo>
                      <a:pt x="8177" y="5547"/>
                      <a:pt x="7932" y="5230"/>
                      <a:pt x="7658" y="4946"/>
                    </a:cubicBezTo>
                    <a:cubicBezTo>
                      <a:pt x="8409" y="3974"/>
                      <a:pt x="9566" y="3403"/>
                      <a:pt x="10795" y="3397"/>
                    </a:cubicBezTo>
                    <a:lnTo>
                      <a:pt x="14231" y="3397"/>
                    </a:lnTo>
                    <a:cubicBezTo>
                      <a:pt x="14542" y="3397"/>
                      <a:pt x="14796" y="3143"/>
                      <a:pt x="14796" y="2832"/>
                    </a:cubicBezTo>
                    <a:lnTo>
                      <a:pt x="14796" y="1700"/>
                    </a:lnTo>
                    <a:close/>
                    <a:moveTo>
                      <a:pt x="5807" y="13011"/>
                    </a:moveTo>
                    <a:cubicBezTo>
                      <a:pt x="5888" y="13398"/>
                      <a:pt x="6015" y="13778"/>
                      <a:pt x="6184" y="14137"/>
                    </a:cubicBezTo>
                    <a:cubicBezTo>
                      <a:pt x="5538" y="14566"/>
                      <a:pt x="4777" y="14796"/>
                      <a:pt x="4001" y="14796"/>
                    </a:cubicBezTo>
                    <a:lnTo>
                      <a:pt x="1700" y="14796"/>
                    </a:lnTo>
                    <a:cubicBezTo>
                      <a:pt x="1386" y="14796"/>
                      <a:pt x="1133" y="14542"/>
                      <a:pt x="1133" y="14231"/>
                    </a:cubicBezTo>
                    <a:cubicBezTo>
                      <a:pt x="1133" y="13917"/>
                      <a:pt x="1386" y="13663"/>
                      <a:pt x="1700" y="13663"/>
                    </a:cubicBezTo>
                    <a:lnTo>
                      <a:pt x="4001" y="13663"/>
                    </a:lnTo>
                    <a:cubicBezTo>
                      <a:pt x="4662" y="13663"/>
                      <a:pt x="5299" y="13434"/>
                      <a:pt x="5807" y="13011"/>
                    </a:cubicBezTo>
                    <a:close/>
                    <a:moveTo>
                      <a:pt x="4001" y="4529"/>
                    </a:moveTo>
                    <a:cubicBezTo>
                      <a:pt x="6190" y="4532"/>
                      <a:pt x="7963" y="6305"/>
                      <a:pt x="7966" y="8494"/>
                    </a:cubicBezTo>
                    <a:lnTo>
                      <a:pt x="7966" y="11966"/>
                    </a:lnTo>
                    <a:cubicBezTo>
                      <a:pt x="7966" y="13527"/>
                      <a:pt x="9231" y="14792"/>
                      <a:pt x="10795" y="14796"/>
                    </a:cubicBezTo>
                    <a:lnTo>
                      <a:pt x="14231" y="14796"/>
                    </a:lnTo>
                    <a:cubicBezTo>
                      <a:pt x="14542" y="14796"/>
                      <a:pt x="14796" y="14542"/>
                      <a:pt x="14796" y="14231"/>
                    </a:cubicBezTo>
                    <a:lnTo>
                      <a:pt x="14796" y="13099"/>
                    </a:lnTo>
                    <a:lnTo>
                      <a:pt x="17815" y="15363"/>
                    </a:lnTo>
                    <a:lnTo>
                      <a:pt x="14796" y="17628"/>
                    </a:lnTo>
                    <a:lnTo>
                      <a:pt x="14796" y="16495"/>
                    </a:lnTo>
                    <a:cubicBezTo>
                      <a:pt x="14796" y="16181"/>
                      <a:pt x="14542" y="15928"/>
                      <a:pt x="14231" y="15928"/>
                    </a:cubicBezTo>
                    <a:lnTo>
                      <a:pt x="10795" y="15928"/>
                    </a:lnTo>
                    <a:cubicBezTo>
                      <a:pt x="8606" y="15925"/>
                      <a:pt x="6833" y="14152"/>
                      <a:pt x="6833" y="11966"/>
                    </a:cubicBezTo>
                    <a:lnTo>
                      <a:pt x="6833" y="8494"/>
                    </a:lnTo>
                    <a:cubicBezTo>
                      <a:pt x="6830" y="6930"/>
                      <a:pt x="5565" y="5665"/>
                      <a:pt x="4001" y="5662"/>
                    </a:cubicBezTo>
                    <a:lnTo>
                      <a:pt x="1700" y="5662"/>
                    </a:lnTo>
                    <a:cubicBezTo>
                      <a:pt x="1386" y="5662"/>
                      <a:pt x="1133" y="5408"/>
                      <a:pt x="1133" y="5097"/>
                    </a:cubicBezTo>
                    <a:cubicBezTo>
                      <a:pt x="1133" y="4783"/>
                      <a:pt x="1386" y="4529"/>
                      <a:pt x="1700" y="4529"/>
                    </a:cubicBezTo>
                    <a:close/>
                    <a:moveTo>
                      <a:pt x="14230" y="0"/>
                    </a:moveTo>
                    <a:cubicBezTo>
                      <a:pt x="13937" y="0"/>
                      <a:pt x="13663" y="232"/>
                      <a:pt x="13663" y="568"/>
                    </a:cubicBezTo>
                    <a:lnTo>
                      <a:pt x="13663" y="2265"/>
                    </a:lnTo>
                    <a:lnTo>
                      <a:pt x="10795" y="2265"/>
                    </a:lnTo>
                    <a:cubicBezTo>
                      <a:pt x="9228" y="2265"/>
                      <a:pt x="7745" y="2989"/>
                      <a:pt x="6782" y="4224"/>
                    </a:cubicBezTo>
                    <a:cubicBezTo>
                      <a:pt x="5955" y="3684"/>
                      <a:pt x="4988" y="3397"/>
                      <a:pt x="4001" y="3397"/>
                    </a:cubicBezTo>
                    <a:lnTo>
                      <a:pt x="1700" y="3397"/>
                    </a:lnTo>
                    <a:cubicBezTo>
                      <a:pt x="761" y="3397"/>
                      <a:pt x="0" y="4158"/>
                      <a:pt x="0" y="5097"/>
                    </a:cubicBezTo>
                    <a:cubicBezTo>
                      <a:pt x="0" y="6033"/>
                      <a:pt x="761" y="6794"/>
                      <a:pt x="1700" y="6794"/>
                    </a:cubicBezTo>
                    <a:lnTo>
                      <a:pt x="4001" y="6794"/>
                    </a:lnTo>
                    <a:cubicBezTo>
                      <a:pt x="4940" y="6794"/>
                      <a:pt x="5698" y="7555"/>
                      <a:pt x="5701" y="8494"/>
                    </a:cubicBezTo>
                    <a:lnTo>
                      <a:pt x="5701" y="10834"/>
                    </a:lnTo>
                    <a:cubicBezTo>
                      <a:pt x="5698" y="11770"/>
                      <a:pt x="4940" y="12531"/>
                      <a:pt x="4001" y="12531"/>
                    </a:cubicBezTo>
                    <a:lnTo>
                      <a:pt x="1700" y="12531"/>
                    </a:lnTo>
                    <a:cubicBezTo>
                      <a:pt x="761" y="12531"/>
                      <a:pt x="0" y="13292"/>
                      <a:pt x="0" y="14231"/>
                    </a:cubicBezTo>
                    <a:cubicBezTo>
                      <a:pt x="0" y="15167"/>
                      <a:pt x="761" y="15928"/>
                      <a:pt x="1700" y="15928"/>
                    </a:cubicBezTo>
                    <a:lnTo>
                      <a:pt x="4001" y="15928"/>
                    </a:lnTo>
                    <a:cubicBezTo>
                      <a:pt x="4988" y="15928"/>
                      <a:pt x="5955" y="15641"/>
                      <a:pt x="6782" y="15100"/>
                    </a:cubicBezTo>
                    <a:cubicBezTo>
                      <a:pt x="7745" y="16338"/>
                      <a:pt x="9228" y="17060"/>
                      <a:pt x="10795" y="17060"/>
                    </a:cubicBezTo>
                    <a:lnTo>
                      <a:pt x="13663" y="17060"/>
                    </a:lnTo>
                    <a:lnTo>
                      <a:pt x="13663" y="18760"/>
                    </a:lnTo>
                    <a:cubicBezTo>
                      <a:pt x="13663" y="19095"/>
                      <a:pt x="13938" y="19326"/>
                      <a:pt x="14232" y="19326"/>
                    </a:cubicBezTo>
                    <a:cubicBezTo>
                      <a:pt x="14347" y="19326"/>
                      <a:pt x="14464" y="19291"/>
                      <a:pt x="14569" y="19213"/>
                    </a:cubicBezTo>
                    <a:lnTo>
                      <a:pt x="19098" y="15816"/>
                    </a:lnTo>
                    <a:cubicBezTo>
                      <a:pt x="19400" y="15590"/>
                      <a:pt x="19400" y="15134"/>
                      <a:pt x="19098" y="14910"/>
                    </a:cubicBezTo>
                    <a:lnTo>
                      <a:pt x="14569" y="11513"/>
                    </a:lnTo>
                    <a:cubicBezTo>
                      <a:pt x="14464" y="11434"/>
                      <a:pt x="14345" y="11398"/>
                      <a:pt x="14230" y="11398"/>
                    </a:cubicBezTo>
                    <a:cubicBezTo>
                      <a:pt x="13937" y="11398"/>
                      <a:pt x="13663" y="11630"/>
                      <a:pt x="13663" y="11966"/>
                    </a:cubicBezTo>
                    <a:lnTo>
                      <a:pt x="13663" y="13663"/>
                    </a:lnTo>
                    <a:lnTo>
                      <a:pt x="10795" y="13663"/>
                    </a:lnTo>
                    <a:cubicBezTo>
                      <a:pt x="9856" y="13663"/>
                      <a:pt x="9098" y="12902"/>
                      <a:pt x="9098" y="11966"/>
                    </a:cubicBezTo>
                    <a:lnTo>
                      <a:pt x="9098" y="7362"/>
                    </a:lnTo>
                    <a:cubicBezTo>
                      <a:pt x="9098" y="6423"/>
                      <a:pt x="9856" y="5662"/>
                      <a:pt x="10795" y="5662"/>
                    </a:cubicBezTo>
                    <a:lnTo>
                      <a:pt x="13663" y="5662"/>
                    </a:lnTo>
                    <a:lnTo>
                      <a:pt x="13663" y="7362"/>
                    </a:lnTo>
                    <a:cubicBezTo>
                      <a:pt x="13663" y="7576"/>
                      <a:pt x="13784" y="7769"/>
                      <a:pt x="13977" y="7866"/>
                    </a:cubicBezTo>
                    <a:cubicBezTo>
                      <a:pt x="14057" y="7906"/>
                      <a:pt x="14144" y="7926"/>
                      <a:pt x="14230" y="7926"/>
                    </a:cubicBezTo>
                    <a:cubicBezTo>
                      <a:pt x="14350" y="7926"/>
                      <a:pt x="14469" y="7888"/>
                      <a:pt x="14569" y="7815"/>
                    </a:cubicBezTo>
                    <a:lnTo>
                      <a:pt x="19098" y="4418"/>
                    </a:lnTo>
                    <a:cubicBezTo>
                      <a:pt x="19400" y="4191"/>
                      <a:pt x="19400" y="3735"/>
                      <a:pt x="19098" y="3512"/>
                    </a:cubicBezTo>
                    <a:lnTo>
                      <a:pt x="14569" y="115"/>
                    </a:lnTo>
                    <a:cubicBezTo>
                      <a:pt x="14464" y="36"/>
                      <a:pt x="14345" y="0"/>
                      <a:pt x="1423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100"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83" name="ZoneTexte 182">
              <a:extLst>
                <a:ext uri="{FF2B5EF4-FFF2-40B4-BE49-F238E27FC236}">
                  <a16:creationId xmlns:a16="http://schemas.microsoft.com/office/drawing/2014/main" id="{585BCA12-D2B7-4A93-95D7-DBEA5F8D497F}"/>
                </a:ext>
              </a:extLst>
            </p:cNvPr>
            <p:cNvSpPr txBox="1"/>
            <p:nvPr/>
          </p:nvSpPr>
          <p:spPr>
            <a:xfrm>
              <a:off x="4795673" y="1073817"/>
              <a:ext cx="1205142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92D050"/>
                  </a:solidFill>
                  <a:latin typeface="Raleway" pitchFamily="2" charset="0"/>
                </a:rPr>
                <a:t>SOLUTIONS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041674C6-C48D-434F-BCA9-75E8FF97ED6D}"/>
              </a:ext>
            </a:extLst>
          </p:cNvPr>
          <p:cNvGrpSpPr/>
          <p:nvPr/>
        </p:nvGrpSpPr>
        <p:grpSpPr>
          <a:xfrm>
            <a:off x="7668125" y="2842895"/>
            <a:ext cx="1574120" cy="677449"/>
            <a:chOff x="5468230" y="771321"/>
            <a:chExt cx="2229936" cy="959691"/>
          </a:xfrm>
        </p:grpSpPr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47813590-D665-486B-872E-28CE9572EC01}"/>
                </a:ext>
              </a:extLst>
            </p:cNvPr>
            <p:cNvGrpSpPr/>
            <p:nvPr/>
          </p:nvGrpSpPr>
          <p:grpSpPr>
            <a:xfrm>
              <a:off x="5468230" y="771321"/>
              <a:ext cx="959691" cy="959691"/>
              <a:chOff x="4531562" y="397877"/>
              <a:chExt cx="959691" cy="959691"/>
            </a:xfrm>
          </p:grpSpPr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5CF1C48E-4BC0-41C4-BF60-5630AF0B7EB8}"/>
                  </a:ext>
                </a:extLst>
              </p:cNvPr>
              <p:cNvSpPr/>
              <p:nvPr/>
            </p:nvSpPr>
            <p:spPr>
              <a:xfrm>
                <a:off x="4531562" y="397877"/>
                <a:ext cx="959691" cy="959691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109" name="Google Shape;6317;p63">
                <a:extLst>
                  <a:ext uri="{FF2B5EF4-FFF2-40B4-BE49-F238E27FC236}">
                    <a16:creationId xmlns:a16="http://schemas.microsoft.com/office/drawing/2014/main" id="{09E6B797-1595-4D6D-8A1A-EA7A110858D2}"/>
                  </a:ext>
                </a:extLst>
              </p:cNvPr>
              <p:cNvGrpSpPr/>
              <p:nvPr/>
            </p:nvGrpSpPr>
            <p:grpSpPr>
              <a:xfrm>
                <a:off x="4783384" y="614424"/>
                <a:ext cx="456047" cy="526597"/>
                <a:chOff x="-39783425" y="2337925"/>
                <a:chExt cx="275700" cy="318350"/>
              </a:xfrm>
              <a:solidFill>
                <a:schemeClr val="bg1"/>
              </a:solidFill>
            </p:grpSpPr>
            <p:sp>
              <p:nvSpPr>
                <p:cNvPr id="110" name="Google Shape;6318;p63">
                  <a:extLst>
                    <a:ext uri="{FF2B5EF4-FFF2-40B4-BE49-F238E27FC236}">
                      <a16:creationId xmlns:a16="http://schemas.microsoft.com/office/drawing/2014/main" id="{B4897C59-9CA2-4046-8415-1D4C1A714BB9}"/>
                    </a:ext>
                  </a:extLst>
                </p:cNvPr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3" h="5940" extrusionOk="0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111" name="Google Shape;6319;p63">
                  <a:extLst>
                    <a:ext uri="{FF2B5EF4-FFF2-40B4-BE49-F238E27FC236}">
                      <a16:creationId xmlns:a16="http://schemas.microsoft.com/office/drawing/2014/main" id="{97EE2CE2-B187-4065-89CC-17ECD7A6CDE7}"/>
                    </a:ext>
                  </a:extLst>
                </p:cNvPr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8" h="12734" extrusionOk="0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D82708C2-2A17-4F59-998D-BA2802EE913B}"/>
                </a:ext>
              </a:extLst>
            </p:cNvPr>
            <p:cNvSpPr txBox="1"/>
            <p:nvPr/>
          </p:nvSpPr>
          <p:spPr>
            <a:xfrm>
              <a:off x="6493024" y="1103259"/>
              <a:ext cx="1205142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7ACB7B"/>
                  </a:solidFill>
                  <a:latin typeface="Raleway" pitchFamily="2" charset="0"/>
                </a:rPr>
                <a:t>SELECTION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DD85AA50-BB2D-458D-B2C9-3BC9CD89BD86}"/>
              </a:ext>
            </a:extLst>
          </p:cNvPr>
          <p:cNvGrpSpPr/>
          <p:nvPr/>
        </p:nvGrpSpPr>
        <p:grpSpPr>
          <a:xfrm>
            <a:off x="7532020" y="3970901"/>
            <a:ext cx="1714908" cy="677449"/>
            <a:chOff x="7350349" y="784427"/>
            <a:chExt cx="2429381" cy="959691"/>
          </a:xfrm>
        </p:grpSpPr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E09853E7-4951-4983-9D7A-E0507E160F55}"/>
                </a:ext>
              </a:extLst>
            </p:cNvPr>
            <p:cNvGrpSpPr/>
            <p:nvPr/>
          </p:nvGrpSpPr>
          <p:grpSpPr>
            <a:xfrm>
              <a:off x="7350349" y="784427"/>
              <a:ext cx="959691" cy="959691"/>
              <a:chOff x="5886531" y="455182"/>
              <a:chExt cx="959691" cy="959691"/>
            </a:xfrm>
          </p:grpSpPr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D90BA6A4-1227-44F0-A0EA-99764EEB360F}"/>
                  </a:ext>
                </a:extLst>
              </p:cNvPr>
              <p:cNvSpPr/>
              <p:nvPr/>
            </p:nvSpPr>
            <p:spPr>
              <a:xfrm>
                <a:off x="5886531" y="455182"/>
                <a:ext cx="959691" cy="959691"/>
              </a:xfrm>
              <a:prstGeom prst="ellipse">
                <a:avLst/>
              </a:prstGeom>
              <a:solidFill>
                <a:srgbClr val="398C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78" name="Google Shape;4413;p59">
                <a:extLst>
                  <a:ext uri="{FF2B5EF4-FFF2-40B4-BE49-F238E27FC236}">
                    <a16:creationId xmlns:a16="http://schemas.microsoft.com/office/drawing/2014/main" id="{1425B9AD-444A-47EB-AA63-280825EFE6A1}"/>
                  </a:ext>
                </a:extLst>
              </p:cNvPr>
              <p:cNvGrpSpPr/>
              <p:nvPr/>
            </p:nvGrpSpPr>
            <p:grpSpPr>
              <a:xfrm>
                <a:off x="6115256" y="692661"/>
                <a:ext cx="502241" cy="484733"/>
                <a:chOff x="3857225" y="238125"/>
                <a:chExt cx="500575" cy="483125"/>
              </a:xfrm>
              <a:solidFill>
                <a:schemeClr val="bg1"/>
              </a:solidFill>
            </p:grpSpPr>
            <p:sp>
              <p:nvSpPr>
                <p:cNvPr id="79" name="Google Shape;4414;p59">
                  <a:extLst>
                    <a:ext uri="{FF2B5EF4-FFF2-40B4-BE49-F238E27FC236}">
                      <a16:creationId xmlns:a16="http://schemas.microsoft.com/office/drawing/2014/main" id="{BF61489E-C6EF-4281-BEA6-A085B5F52827}"/>
                    </a:ext>
                  </a:extLst>
                </p:cNvPr>
                <p:cNvSpPr/>
                <p:nvPr/>
              </p:nvSpPr>
              <p:spPr>
                <a:xfrm>
                  <a:off x="3857225" y="238125"/>
                  <a:ext cx="500575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3" h="19325" extrusionOk="0">
                      <a:moveTo>
                        <a:pt x="15671" y="3398"/>
                      </a:moveTo>
                      <a:cubicBezTo>
                        <a:pt x="15707" y="3398"/>
                        <a:pt x="15744" y="3402"/>
                        <a:pt x="15780" y="3409"/>
                      </a:cubicBezTo>
                      <a:lnTo>
                        <a:pt x="15801" y="3415"/>
                      </a:lnTo>
                      <a:cubicBezTo>
                        <a:pt x="15814" y="3415"/>
                        <a:pt x="15823" y="3418"/>
                        <a:pt x="15835" y="3421"/>
                      </a:cubicBezTo>
                      <a:cubicBezTo>
                        <a:pt x="15844" y="3424"/>
                        <a:pt x="15856" y="3430"/>
                        <a:pt x="15868" y="3433"/>
                      </a:cubicBezTo>
                      <a:lnTo>
                        <a:pt x="15886" y="3439"/>
                      </a:lnTo>
                      <a:cubicBezTo>
                        <a:pt x="15892" y="3442"/>
                        <a:pt x="15898" y="3445"/>
                        <a:pt x="15904" y="3448"/>
                      </a:cubicBezTo>
                      <a:cubicBezTo>
                        <a:pt x="15922" y="3457"/>
                        <a:pt x="15943" y="3466"/>
                        <a:pt x="15964" y="3478"/>
                      </a:cubicBezTo>
                      <a:cubicBezTo>
                        <a:pt x="15986" y="3494"/>
                        <a:pt x="16010" y="3509"/>
                        <a:pt x="16031" y="3524"/>
                      </a:cubicBezTo>
                      <a:cubicBezTo>
                        <a:pt x="16046" y="3536"/>
                        <a:pt x="16058" y="3551"/>
                        <a:pt x="16073" y="3563"/>
                      </a:cubicBezTo>
                      <a:cubicBezTo>
                        <a:pt x="16085" y="3575"/>
                        <a:pt x="16100" y="3590"/>
                        <a:pt x="16112" y="3605"/>
                      </a:cubicBezTo>
                      <a:cubicBezTo>
                        <a:pt x="16294" y="3829"/>
                        <a:pt x="16279" y="4158"/>
                        <a:pt x="16073" y="4363"/>
                      </a:cubicBezTo>
                      <a:lnTo>
                        <a:pt x="13054" y="7383"/>
                      </a:lnTo>
                      <a:cubicBezTo>
                        <a:pt x="12939" y="7232"/>
                        <a:pt x="12815" y="7090"/>
                        <a:pt x="12682" y="6954"/>
                      </a:cubicBezTo>
                      <a:cubicBezTo>
                        <a:pt x="12546" y="6821"/>
                        <a:pt x="12405" y="6697"/>
                        <a:pt x="12254" y="6582"/>
                      </a:cubicBezTo>
                      <a:lnTo>
                        <a:pt x="15273" y="3563"/>
                      </a:lnTo>
                      <a:cubicBezTo>
                        <a:pt x="15380" y="3456"/>
                        <a:pt x="15523" y="3398"/>
                        <a:pt x="15671" y="3398"/>
                      </a:cubicBezTo>
                      <a:close/>
                      <a:moveTo>
                        <a:pt x="9887" y="9183"/>
                      </a:moveTo>
                      <a:cubicBezTo>
                        <a:pt x="10031" y="9183"/>
                        <a:pt x="10176" y="9238"/>
                        <a:pt x="10288" y="9348"/>
                      </a:cubicBezTo>
                      <a:cubicBezTo>
                        <a:pt x="10511" y="9575"/>
                        <a:pt x="10508" y="9937"/>
                        <a:pt x="10279" y="10157"/>
                      </a:cubicBezTo>
                      <a:cubicBezTo>
                        <a:pt x="10169" y="10268"/>
                        <a:pt x="10024" y="10323"/>
                        <a:pt x="9879" y="10323"/>
                      </a:cubicBezTo>
                      <a:cubicBezTo>
                        <a:pt x="9734" y="10323"/>
                        <a:pt x="9589" y="10268"/>
                        <a:pt x="9479" y="10157"/>
                      </a:cubicBezTo>
                      <a:cubicBezTo>
                        <a:pt x="9258" y="9937"/>
                        <a:pt x="9258" y="9578"/>
                        <a:pt x="9479" y="9357"/>
                      </a:cubicBezTo>
                      <a:cubicBezTo>
                        <a:pt x="9590" y="9241"/>
                        <a:pt x="9739" y="9183"/>
                        <a:pt x="9887" y="9183"/>
                      </a:cubicBezTo>
                      <a:close/>
                      <a:moveTo>
                        <a:pt x="15746" y="1062"/>
                      </a:moveTo>
                      <a:cubicBezTo>
                        <a:pt x="16469" y="1062"/>
                        <a:pt x="17193" y="1337"/>
                        <a:pt x="17746" y="1890"/>
                      </a:cubicBezTo>
                      <a:cubicBezTo>
                        <a:pt x="18878" y="3022"/>
                        <a:pt x="18845" y="4870"/>
                        <a:pt x="17673" y="5963"/>
                      </a:cubicBezTo>
                      <a:lnTo>
                        <a:pt x="11879" y="11758"/>
                      </a:lnTo>
                      <a:cubicBezTo>
                        <a:pt x="11337" y="12300"/>
                        <a:pt x="10612" y="12586"/>
                        <a:pt x="9878" y="12586"/>
                      </a:cubicBezTo>
                      <a:cubicBezTo>
                        <a:pt x="9472" y="12586"/>
                        <a:pt x="9062" y="12499"/>
                        <a:pt x="8679" y="12319"/>
                      </a:cubicBezTo>
                      <a:lnTo>
                        <a:pt x="8663" y="12313"/>
                      </a:lnTo>
                      <a:cubicBezTo>
                        <a:pt x="8198" y="12093"/>
                        <a:pt x="7803" y="11746"/>
                        <a:pt x="7516" y="11317"/>
                      </a:cubicBezTo>
                      <a:lnTo>
                        <a:pt x="8346" y="10487"/>
                      </a:lnTo>
                      <a:cubicBezTo>
                        <a:pt x="8645" y="11113"/>
                        <a:pt x="9259" y="11453"/>
                        <a:pt x="9883" y="11453"/>
                      </a:cubicBezTo>
                      <a:cubicBezTo>
                        <a:pt x="10311" y="11453"/>
                        <a:pt x="10744" y="11293"/>
                        <a:pt x="11082" y="10955"/>
                      </a:cubicBezTo>
                      <a:lnTo>
                        <a:pt x="16873" y="5160"/>
                      </a:lnTo>
                      <a:cubicBezTo>
                        <a:pt x="17541" y="4514"/>
                        <a:pt x="17562" y="3448"/>
                        <a:pt x="16922" y="2775"/>
                      </a:cubicBezTo>
                      <a:cubicBezTo>
                        <a:pt x="16588" y="2423"/>
                        <a:pt x="16140" y="2245"/>
                        <a:pt x="15690" y="2245"/>
                      </a:cubicBezTo>
                      <a:cubicBezTo>
                        <a:pt x="15275" y="2245"/>
                        <a:pt x="14860" y="2395"/>
                        <a:pt x="14533" y="2699"/>
                      </a:cubicBezTo>
                      <a:cubicBezTo>
                        <a:pt x="14512" y="2718"/>
                        <a:pt x="14491" y="2739"/>
                        <a:pt x="14470" y="2760"/>
                      </a:cubicBezTo>
                      <a:lnTo>
                        <a:pt x="11212" y="6021"/>
                      </a:lnTo>
                      <a:cubicBezTo>
                        <a:pt x="10783" y="5867"/>
                        <a:pt x="10333" y="5791"/>
                        <a:pt x="9877" y="5791"/>
                      </a:cubicBezTo>
                      <a:lnTo>
                        <a:pt x="9838" y="5791"/>
                      </a:lnTo>
                      <a:lnTo>
                        <a:pt x="13673" y="1963"/>
                      </a:lnTo>
                      <a:cubicBezTo>
                        <a:pt x="14232" y="1363"/>
                        <a:pt x="14988" y="1062"/>
                        <a:pt x="15746" y="1062"/>
                      </a:cubicBezTo>
                      <a:close/>
                      <a:moveTo>
                        <a:pt x="6707" y="12129"/>
                      </a:moveTo>
                      <a:cubicBezTo>
                        <a:pt x="6819" y="12283"/>
                        <a:pt x="6942" y="12425"/>
                        <a:pt x="7078" y="12558"/>
                      </a:cubicBezTo>
                      <a:cubicBezTo>
                        <a:pt x="7211" y="12694"/>
                        <a:pt x="7353" y="12818"/>
                        <a:pt x="7507" y="12932"/>
                      </a:cubicBezTo>
                      <a:lnTo>
                        <a:pt x="4675" y="15762"/>
                      </a:lnTo>
                      <a:cubicBezTo>
                        <a:pt x="4565" y="15872"/>
                        <a:pt x="4420" y="15927"/>
                        <a:pt x="4275" y="15927"/>
                      </a:cubicBezTo>
                      <a:cubicBezTo>
                        <a:pt x="4130" y="15927"/>
                        <a:pt x="3985" y="15872"/>
                        <a:pt x="3875" y="15762"/>
                      </a:cubicBezTo>
                      <a:cubicBezTo>
                        <a:pt x="3654" y="15541"/>
                        <a:pt x="3654" y="15182"/>
                        <a:pt x="3875" y="14961"/>
                      </a:cubicBezTo>
                      <a:lnTo>
                        <a:pt x="6707" y="12129"/>
                      </a:lnTo>
                      <a:close/>
                      <a:moveTo>
                        <a:pt x="9884" y="6926"/>
                      </a:moveTo>
                      <a:cubicBezTo>
                        <a:pt x="10290" y="6926"/>
                        <a:pt x="10698" y="7013"/>
                        <a:pt x="11082" y="7192"/>
                      </a:cubicBezTo>
                      <a:lnTo>
                        <a:pt x="11094" y="7198"/>
                      </a:lnTo>
                      <a:cubicBezTo>
                        <a:pt x="11562" y="7422"/>
                        <a:pt x="11958" y="7766"/>
                        <a:pt x="12242" y="8198"/>
                      </a:cubicBezTo>
                      <a:lnTo>
                        <a:pt x="11411" y="9028"/>
                      </a:lnTo>
                      <a:cubicBezTo>
                        <a:pt x="11112" y="8400"/>
                        <a:pt x="10499" y="8061"/>
                        <a:pt x="9877" y="8061"/>
                      </a:cubicBezTo>
                      <a:cubicBezTo>
                        <a:pt x="9448" y="8061"/>
                        <a:pt x="9016" y="8222"/>
                        <a:pt x="8679" y="8560"/>
                      </a:cubicBezTo>
                      <a:lnTo>
                        <a:pt x="3074" y="14161"/>
                      </a:lnTo>
                      <a:cubicBezTo>
                        <a:pt x="2410" y="14822"/>
                        <a:pt x="2410" y="15900"/>
                        <a:pt x="3074" y="16562"/>
                      </a:cubicBezTo>
                      <a:cubicBezTo>
                        <a:pt x="3405" y="16894"/>
                        <a:pt x="3840" y="17060"/>
                        <a:pt x="4275" y="17060"/>
                      </a:cubicBezTo>
                      <a:cubicBezTo>
                        <a:pt x="4710" y="17060"/>
                        <a:pt x="5144" y="16894"/>
                        <a:pt x="5475" y="16562"/>
                      </a:cubicBezTo>
                      <a:lnTo>
                        <a:pt x="8546" y="13491"/>
                      </a:lnTo>
                      <a:cubicBezTo>
                        <a:pt x="8974" y="13642"/>
                        <a:pt x="9424" y="13720"/>
                        <a:pt x="9880" y="13720"/>
                      </a:cubicBezTo>
                      <a:lnTo>
                        <a:pt x="9920" y="13720"/>
                      </a:lnTo>
                      <a:lnTo>
                        <a:pt x="6275" y="17362"/>
                      </a:lnTo>
                      <a:cubicBezTo>
                        <a:pt x="5716" y="17961"/>
                        <a:pt x="4960" y="18262"/>
                        <a:pt x="4202" y="18262"/>
                      </a:cubicBezTo>
                      <a:cubicBezTo>
                        <a:pt x="3479" y="18262"/>
                        <a:pt x="2755" y="17987"/>
                        <a:pt x="2202" y="17434"/>
                      </a:cubicBezTo>
                      <a:cubicBezTo>
                        <a:pt x="1070" y="16302"/>
                        <a:pt x="1103" y="14454"/>
                        <a:pt x="2274" y="13361"/>
                      </a:cubicBezTo>
                      <a:lnTo>
                        <a:pt x="7878" y="7757"/>
                      </a:lnTo>
                      <a:cubicBezTo>
                        <a:pt x="8422" y="7214"/>
                        <a:pt x="9147" y="6926"/>
                        <a:pt x="9884" y="6926"/>
                      </a:cubicBezTo>
                      <a:close/>
                      <a:moveTo>
                        <a:pt x="15673" y="1"/>
                      </a:moveTo>
                      <a:cubicBezTo>
                        <a:pt x="14659" y="1"/>
                        <a:pt x="13644" y="388"/>
                        <a:pt x="12870" y="1162"/>
                      </a:cubicBezTo>
                      <a:lnTo>
                        <a:pt x="7078" y="6957"/>
                      </a:lnTo>
                      <a:lnTo>
                        <a:pt x="1471" y="12561"/>
                      </a:lnTo>
                      <a:cubicBezTo>
                        <a:pt x="339" y="13693"/>
                        <a:pt x="1" y="15399"/>
                        <a:pt x="614" y="16879"/>
                      </a:cubicBezTo>
                      <a:cubicBezTo>
                        <a:pt x="1230" y="18358"/>
                        <a:pt x="2673" y="19324"/>
                        <a:pt x="4276" y="19324"/>
                      </a:cubicBezTo>
                      <a:cubicBezTo>
                        <a:pt x="4280" y="19325"/>
                        <a:pt x="4284" y="19325"/>
                        <a:pt x="4288" y="19325"/>
                      </a:cubicBezTo>
                      <a:cubicBezTo>
                        <a:pt x="5334" y="19325"/>
                        <a:pt x="6338" y="18908"/>
                        <a:pt x="7078" y="18165"/>
                      </a:cubicBezTo>
                      <a:lnTo>
                        <a:pt x="12682" y="12561"/>
                      </a:lnTo>
                      <a:lnTo>
                        <a:pt x="18477" y="6767"/>
                      </a:lnTo>
                      <a:cubicBezTo>
                        <a:pt x="20023" y="5221"/>
                        <a:pt x="20023" y="2711"/>
                        <a:pt x="18477" y="1162"/>
                      </a:cubicBezTo>
                      <a:cubicBezTo>
                        <a:pt x="17702" y="388"/>
                        <a:pt x="16688" y="1"/>
                        <a:pt x="156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0" name="Google Shape;4415;p59">
                  <a:extLst>
                    <a:ext uri="{FF2B5EF4-FFF2-40B4-BE49-F238E27FC236}">
                      <a16:creationId xmlns:a16="http://schemas.microsoft.com/office/drawing/2014/main" id="{FBBCD481-279B-4CF7-91E6-60C56AF6CB95}"/>
                    </a:ext>
                  </a:extLst>
                </p:cNvPr>
                <p:cNvSpPr/>
                <p:nvPr/>
              </p:nvSpPr>
              <p:spPr>
                <a:xfrm>
                  <a:off x="4208775" y="588000"/>
                  <a:ext cx="71125" cy="6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5" h="2734" extrusionOk="0">
                      <a:moveTo>
                        <a:pt x="621" y="1"/>
                      </a:moveTo>
                      <a:cubicBezTo>
                        <a:pt x="476" y="1"/>
                        <a:pt x="331" y="56"/>
                        <a:pt x="221" y="166"/>
                      </a:cubicBezTo>
                      <a:cubicBezTo>
                        <a:pt x="0" y="387"/>
                        <a:pt x="0" y="746"/>
                        <a:pt x="221" y="966"/>
                      </a:cubicBezTo>
                      <a:lnTo>
                        <a:pt x="1821" y="2567"/>
                      </a:lnTo>
                      <a:cubicBezTo>
                        <a:pt x="1933" y="2677"/>
                        <a:pt x="2079" y="2733"/>
                        <a:pt x="2224" y="2733"/>
                      </a:cubicBezTo>
                      <a:cubicBezTo>
                        <a:pt x="2368" y="2733"/>
                        <a:pt x="2513" y="2678"/>
                        <a:pt x="2624" y="2567"/>
                      </a:cubicBezTo>
                      <a:cubicBezTo>
                        <a:pt x="2845" y="2346"/>
                        <a:pt x="2845" y="1987"/>
                        <a:pt x="2624" y="1767"/>
                      </a:cubicBezTo>
                      <a:lnTo>
                        <a:pt x="1021" y="166"/>
                      </a:lnTo>
                      <a:cubicBezTo>
                        <a:pt x="911" y="56"/>
                        <a:pt x="766" y="1"/>
                        <a:pt x="6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1" name="Google Shape;4416;p59">
                  <a:extLst>
                    <a:ext uri="{FF2B5EF4-FFF2-40B4-BE49-F238E27FC236}">
                      <a16:creationId xmlns:a16="http://schemas.microsoft.com/office/drawing/2014/main" id="{AC05F5CD-5AD1-4782-8F85-2A72B2FED0DB}"/>
                    </a:ext>
                  </a:extLst>
                </p:cNvPr>
                <p:cNvSpPr/>
                <p:nvPr/>
              </p:nvSpPr>
              <p:spPr>
                <a:xfrm>
                  <a:off x="4228400" y="527925"/>
                  <a:ext cx="91050" cy="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" h="1936" extrusionOk="0">
                      <a:moveTo>
                        <a:pt x="636" y="0"/>
                      </a:moveTo>
                      <a:cubicBezTo>
                        <a:pt x="400" y="0"/>
                        <a:pt x="180" y="150"/>
                        <a:pt x="100" y="389"/>
                      </a:cubicBezTo>
                      <a:cubicBezTo>
                        <a:pt x="0" y="685"/>
                        <a:pt x="160" y="1005"/>
                        <a:pt x="459" y="1105"/>
                      </a:cubicBezTo>
                      <a:lnTo>
                        <a:pt x="2860" y="1905"/>
                      </a:lnTo>
                      <a:cubicBezTo>
                        <a:pt x="2917" y="1923"/>
                        <a:pt x="2977" y="1935"/>
                        <a:pt x="3038" y="1935"/>
                      </a:cubicBezTo>
                      <a:cubicBezTo>
                        <a:pt x="3316" y="1932"/>
                        <a:pt x="3554" y="1733"/>
                        <a:pt x="3596" y="1458"/>
                      </a:cubicBezTo>
                      <a:cubicBezTo>
                        <a:pt x="3642" y="1183"/>
                        <a:pt x="3482" y="918"/>
                        <a:pt x="3219" y="830"/>
                      </a:cubicBezTo>
                      <a:lnTo>
                        <a:pt x="816" y="30"/>
                      </a:lnTo>
                      <a:cubicBezTo>
                        <a:pt x="756" y="10"/>
                        <a:pt x="695" y="0"/>
                        <a:pt x="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2" name="Google Shape;4417;p59">
                  <a:extLst>
                    <a:ext uri="{FF2B5EF4-FFF2-40B4-BE49-F238E27FC236}">
                      <a16:creationId xmlns:a16="http://schemas.microsoft.com/office/drawing/2014/main" id="{1E957D84-DE94-4511-8D08-AE19E160EC33}"/>
                    </a:ext>
                  </a:extLst>
                </p:cNvPr>
                <p:cNvSpPr/>
                <p:nvPr/>
              </p:nvSpPr>
              <p:spPr>
                <a:xfrm>
                  <a:off x="4148300" y="608000"/>
                  <a:ext cx="52050" cy="8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" h="3544" extrusionOk="0">
                      <a:moveTo>
                        <a:pt x="639" y="1"/>
                      </a:moveTo>
                      <a:cubicBezTo>
                        <a:pt x="580" y="1"/>
                        <a:pt x="519" y="10"/>
                        <a:pt x="460" y="31"/>
                      </a:cubicBezTo>
                      <a:cubicBezTo>
                        <a:pt x="161" y="127"/>
                        <a:pt x="1" y="450"/>
                        <a:pt x="100" y="746"/>
                      </a:cubicBezTo>
                      <a:lnTo>
                        <a:pt x="903" y="3150"/>
                      </a:lnTo>
                      <a:cubicBezTo>
                        <a:pt x="979" y="3390"/>
                        <a:pt x="1202" y="3544"/>
                        <a:pt x="1441" y="3544"/>
                      </a:cubicBezTo>
                      <a:cubicBezTo>
                        <a:pt x="1500" y="3544"/>
                        <a:pt x="1560" y="3535"/>
                        <a:pt x="1619" y="3515"/>
                      </a:cubicBezTo>
                      <a:cubicBezTo>
                        <a:pt x="1921" y="3415"/>
                        <a:pt x="2081" y="3089"/>
                        <a:pt x="1975" y="2790"/>
                      </a:cubicBezTo>
                      <a:lnTo>
                        <a:pt x="1175" y="390"/>
                      </a:lnTo>
                      <a:cubicBezTo>
                        <a:pt x="1096" y="151"/>
                        <a:pt x="875" y="1"/>
                        <a:pt x="63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3" name="Google Shape;4418;p59">
                  <a:extLst>
                    <a:ext uri="{FF2B5EF4-FFF2-40B4-BE49-F238E27FC236}">
                      <a16:creationId xmlns:a16="http://schemas.microsoft.com/office/drawing/2014/main" id="{82B4CB4A-BBDB-45CD-A67D-B886179FF167}"/>
                    </a:ext>
                  </a:extLst>
                </p:cNvPr>
                <p:cNvSpPr/>
                <p:nvPr/>
              </p:nvSpPr>
              <p:spPr>
                <a:xfrm>
                  <a:off x="3928725" y="307900"/>
                  <a:ext cx="71200" cy="6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8" h="2735" extrusionOk="0">
                      <a:moveTo>
                        <a:pt x="620" y="1"/>
                      </a:moveTo>
                      <a:cubicBezTo>
                        <a:pt x="475" y="1"/>
                        <a:pt x="330" y="57"/>
                        <a:pt x="221" y="168"/>
                      </a:cubicBezTo>
                      <a:cubicBezTo>
                        <a:pt x="3" y="385"/>
                        <a:pt x="0" y="739"/>
                        <a:pt x="214" y="962"/>
                      </a:cubicBezTo>
                      <a:lnTo>
                        <a:pt x="1815" y="2562"/>
                      </a:lnTo>
                      <a:cubicBezTo>
                        <a:pt x="1926" y="2677"/>
                        <a:pt x="2074" y="2734"/>
                        <a:pt x="2222" y="2734"/>
                      </a:cubicBezTo>
                      <a:cubicBezTo>
                        <a:pt x="2367" y="2734"/>
                        <a:pt x="2512" y="2679"/>
                        <a:pt x="2624" y="2569"/>
                      </a:cubicBezTo>
                      <a:cubicBezTo>
                        <a:pt x="2847" y="2345"/>
                        <a:pt x="2844" y="1983"/>
                        <a:pt x="2615" y="1762"/>
                      </a:cubicBezTo>
                      <a:lnTo>
                        <a:pt x="1015" y="162"/>
                      </a:lnTo>
                      <a:cubicBezTo>
                        <a:pt x="904" y="54"/>
                        <a:pt x="762" y="1"/>
                        <a:pt x="6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4" name="Google Shape;4419;p59">
                  <a:extLst>
                    <a:ext uri="{FF2B5EF4-FFF2-40B4-BE49-F238E27FC236}">
                      <a16:creationId xmlns:a16="http://schemas.microsoft.com/office/drawing/2014/main" id="{31D5CDA8-028B-4CF2-BD29-546DFBA67E37}"/>
                    </a:ext>
                  </a:extLst>
                </p:cNvPr>
                <p:cNvSpPr/>
                <p:nvPr/>
              </p:nvSpPr>
              <p:spPr>
                <a:xfrm>
                  <a:off x="4008200" y="267675"/>
                  <a:ext cx="51875" cy="8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5" h="3538" extrusionOk="0">
                      <a:moveTo>
                        <a:pt x="636" y="1"/>
                      </a:moveTo>
                      <a:cubicBezTo>
                        <a:pt x="577" y="1"/>
                        <a:pt x="518" y="10"/>
                        <a:pt x="460" y="29"/>
                      </a:cubicBezTo>
                      <a:cubicBezTo>
                        <a:pt x="161" y="128"/>
                        <a:pt x="1" y="449"/>
                        <a:pt x="100" y="747"/>
                      </a:cubicBezTo>
                      <a:lnTo>
                        <a:pt x="900" y="3151"/>
                      </a:lnTo>
                      <a:cubicBezTo>
                        <a:pt x="979" y="3380"/>
                        <a:pt x="1193" y="3537"/>
                        <a:pt x="1438" y="3537"/>
                      </a:cubicBezTo>
                      <a:cubicBezTo>
                        <a:pt x="1498" y="3534"/>
                        <a:pt x="1559" y="3525"/>
                        <a:pt x="1619" y="3507"/>
                      </a:cubicBezTo>
                      <a:cubicBezTo>
                        <a:pt x="1915" y="3408"/>
                        <a:pt x="2075" y="3088"/>
                        <a:pt x="1975" y="2789"/>
                      </a:cubicBezTo>
                      <a:lnTo>
                        <a:pt x="1175" y="388"/>
                      </a:lnTo>
                      <a:cubicBezTo>
                        <a:pt x="1095" y="151"/>
                        <a:pt x="873" y="1"/>
                        <a:pt x="6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5" name="Google Shape;4420;p59">
                  <a:extLst>
                    <a:ext uri="{FF2B5EF4-FFF2-40B4-BE49-F238E27FC236}">
                      <a16:creationId xmlns:a16="http://schemas.microsoft.com/office/drawing/2014/main" id="{FC00721C-AC4D-4BBA-9D8B-985079B12D21}"/>
                    </a:ext>
                  </a:extLst>
                </p:cNvPr>
                <p:cNvSpPr/>
                <p:nvPr/>
              </p:nvSpPr>
              <p:spPr>
                <a:xfrm>
                  <a:off x="3888100" y="387825"/>
                  <a:ext cx="91675" cy="4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" h="1932" extrusionOk="0">
                      <a:moveTo>
                        <a:pt x="636" y="0"/>
                      </a:moveTo>
                      <a:cubicBezTo>
                        <a:pt x="400" y="0"/>
                        <a:pt x="180" y="150"/>
                        <a:pt x="100" y="386"/>
                      </a:cubicBezTo>
                      <a:cubicBezTo>
                        <a:pt x="1" y="685"/>
                        <a:pt x="161" y="1005"/>
                        <a:pt x="460" y="1105"/>
                      </a:cubicBezTo>
                      <a:lnTo>
                        <a:pt x="2860" y="1905"/>
                      </a:lnTo>
                      <a:cubicBezTo>
                        <a:pt x="2917" y="1923"/>
                        <a:pt x="2975" y="1932"/>
                        <a:pt x="3032" y="1932"/>
                      </a:cubicBezTo>
                      <a:cubicBezTo>
                        <a:pt x="3270" y="1932"/>
                        <a:pt x="3492" y="1781"/>
                        <a:pt x="3570" y="1543"/>
                      </a:cubicBezTo>
                      <a:cubicBezTo>
                        <a:pt x="3666" y="1250"/>
                        <a:pt x="3512" y="933"/>
                        <a:pt x="3219" y="830"/>
                      </a:cubicBezTo>
                      <a:lnTo>
                        <a:pt x="816" y="30"/>
                      </a:lnTo>
                      <a:cubicBezTo>
                        <a:pt x="756" y="10"/>
                        <a:pt x="696" y="0"/>
                        <a:pt x="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E48D2D6B-E78D-4AC4-B013-174F74EBBF7B}"/>
                </a:ext>
              </a:extLst>
            </p:cNvPr>
            <p:cNvSpPr txBox="1"/>
            <p:nvPr/>
          </p:nvSpPr>
          <p:spPr>
            <a:xfrm>
              <a:off x="8269070" y="1129967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398C7C"/>
                  </a:solidFill>
                  <a:latin typeface="Raleway" pitchFamily="2" charset="0"/>
                </a:rPr>
                <a:t>PROTOTYPAGE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1101D385-E54B-4EA2-B6E3-88D956CE42A4}"/>
              </a:ext>
            </a:extLst>
          </p:cNvPr>
          <p:cNvGrpSpPr/>
          <p:nvPr/>
        </p:nvGrpSpPr>
        <p:grpSpPr>
          <a:xfrm>
            <a:off x="6555812" y="4903277"/>
            <a:ext cx="1348246" cy="946050"/>
            <a:chOff x="9109741" y="762764"/>
            <a:chExt cx="1909958" cy="1340197"/>
          </a:xfrm>
        </p:grpSpPr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E4B48D0F-AED7-41F5-ABCE-9BA18E74E2E6}"/>
                </a:ext>
              </a:extLst>
            </p:cNvPr>
            <p:cNvGrpSpPr/>
            <p:nvPr/>
          </p:nvGrpSpPr>
          <p:grpSpPr>
            <a:xfrm>
              <a:off x="9584874" y="762764"/>
              <a:ext cx="959691" cy="959691"/>
              <a:chOff x="7200192" y="514660"/>
              <a:chExt cx="959691" cy="959691"/>
            </a:xfrm>
          </p:grpSpPr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357BC480-14E4-4A50-A3ED-49139AC84BC2}"/>
                  </a:ext>
                </a:extLst>
              </p:cNvPr>
              <p:cNvSpPr/>
              <p:nvPr/>
            </p:nvSpPr>
            <p:spPr>
              <a:xfrm>
                <a:off x="7200192" y="514660"/>
                <a:ext cx="959691" cy="95969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104" name="Google Shape;6287;p63">
                <a:extLst>
                  <a:ext uri="{FF2B5EF4-FFF2-40B4-BE49-F238E27FC236}">
                    <a16:creationId xmlns:a16="http://schemas.microsoft.com/office/drawing/2014/main" id="{A6C76AD9-1B8C-4C30-9DD4-0C39F50DA0A1}"/>
                  </a:ext>
                </a:extLst>
              </p:cNvPr>
              <p:cNvGrpSpPr/>
              <p:nvPr/>
            </p:nvGrpSpPr>
            <p:grpSpPr>
              <a:xfrm>
                <a:off x="7426281" y="725395"/>
                <a:ext cx="507512" cy="538220"/>
                <a:chOff x="-40160700" y="2339625"/>
                <a:chExt cx="290650" cy="316650"/>
              </a:xfrm>
              <a:solidFill>
                <a:schemeClr val="bg1"/>
              </a:solidFill>
            </p:grpSpPr>
            <p:sp>
              <p:nvSpPr>
                <p:cNvPr id="105" name="Google Shape;6288;p63">
                  <a:extLst>
                    <a:ext uri="{FF2B5EF4-FFF2-40B4-BE49-F238E27FC236}">
                      <a16:creationId xmlns:a16="http://schemas.microsoft.com/office/drawing/2014/main" id="{487E4F0C-5044-4CBC-92CE-6247C742F3B8}"/>
                    </a:ext>
                  </a:extLst>
                </p:cNvPr>
                <p:cNvSpPr/>
                <p:nvPr/>
              </p:nvSpPr>
              <p:spPr>
                <a:xfrm>
                  <a:off x="-40005525" y="2552600"/>
                  <a:ext cx="70900" cy="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487" extrusionOk="0">
                      <a:moveTo>
                        <a:pt x="1408" y="807"/>
                      </a:moveTo>
                      <a:cubicBezTo>
                        <a:pt x="1461" y="807"/>
                        <a:pt x="1518" y="817"/>
                        <a:pt x="1575" y="839"/>
                      </a:cubicBezTo>
                      <a:cubicBezTo>
                        <a:pt x="1733" y="902"/>
                        <a:pt x="1796" y="1028"/>
                        <a:pt x="1796" y="1248"/>
                      </a:cubicBezTo>
                      <a:cubicBezTo>
                        <a:pt x="1845" y="1496"/>
                        <a:pt x="1661" y="1666"/>
                        <a:pt x="1442" y="1666"/>
                      </a:cubicBezTo>
                      <a:cubicBezTo>
                        <a:pt x="1383" y="1666"/>
                        <a:pt x="1321" y="1653"/>
                        <a:pt x="1260" y="1626"/>
                      </a:cubicBezTo>
                      <a:cubicBezTo>
                        <a:pt x="1071" y="1563"/>
                        <a:pt x="945" y="1311"/>
                        <a:pt x="1008" y="1091"/>
                      </a:cubicBezTo>
                      <a:cubicBezTo>
                        <a:pt x="1081" y="921"/>
                        <a:pt x="1229" y="807"/>
                        <a:pt x="1408" y="807"/>
                      </a:cubicBezTo>
                      <a:close/>
                      <a:moveTo>
                        <a:pt x="1438" y="1"/>
                      </a:moveTo>
                      <a:cubicBezTo>
                        <a:pt x="1040" y="1"/>
                        <a:pt x="635" y="188"/>
                        <a:pt x="378" y="523"/>
                      </a:cubicBezTo>
                      <a:cubicBezTo>
                        <a:pt x="0" y="1091"/>
                        <a:pt x="158" y="1878"/>
                        <a:pt x="693" y="2256"/>
                      </a:cubicBezTo>
                      <a:cubicBezTo>
                        <a:pt x="909" y="2412"/>
                        <a:pt x="1158" y="2486"/>
                        <a:pt x="1405" y="2486"/>
                      </a:cubicBezTo>
                      <a:cubicBezTo>
                        <a:pt x="1806" y="2486"/>
                        <a:pt x="2204" y="2292"/>
                        <a:pt x="2457" y="1941"/>
                      </a:cubicBezTo>
                      <a:cubicBezTo>
                        <a:pt x="2836" y="1406"/>
                        <a:pt x="2678" y="618"/>
                        <a:pt x="2111" y="208"/>
                      </a:cubicBezTo>
                      <a:cubicBezTo>
                        <a:pt x="1911" y="67"/>
                        <a:pt x="1676" y="1"/>
                        <a:pt x="14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106" name="Google Shape;6289;p63">
                  <a:extLst>
                    <a:ext uri="{FF2B5EF4-FFF2-40B4-BE49-F238E27FC236}">
                      <a16:creationId xmlns:a16="http://schemas.microsoft.com/office/drawing/2014/main" id="{F619A72F-1B0F-42E6-B4E8-C0AA974D8E44}"/>
                    </a:ext>
                  </a:extLst>
                </p:cNvPr>
                <p:cNvSpPr/>
                <p:nvPr/>
              </p:nvSpPr>
              <p:spPr>
                <a:xfrm>
                  <a:off x="-40039400" y="2605050"/>
                  <a:ext cx="29150" cy="2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" h="820" extrusionOk="0">
                      <a:moveTo>
                        <a:pt x="725" y="1"/>
                      </a:moveTo>
                      <a:cubicBezTo>
                        <a:pt x="473" y="1"/>
                        <a:pt x="0" y="190"/>
                        <a:pt x="0" y="410"/>
                      </a:cubicBezTo>
                      <a:cubicBezTo>
                        <a:pt x="0" y="631"/>
                        <a:pt x="473" y="820"/>
                        <a:pt x="725" y="820"/>
                      </a:cubicBezTo>
                      <a:cubicBezTo>
                        <a:pt x="945" y="820"/>
                        <a:pt x="1166" y="631"/>
                        <a:pt x="1166" y="410"/>
                      </a:cubicBezTo>
                      <a:cubicBezTo>
                        <a:pt x="1103" y="158"/>
                        <a:pt x="914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107" name="Google Shape;6290;p63">
                  <a:extLst>
                    <a:ext uri="{FF2B5EF4-FFF2-40B4-BE49-F238E27FC236}">
                      <a16:creationId xmlns:a16="http://schemas.microsoft.com/office/drawing/2014/main" id="{8B0968FF-CD63-447C-A71C-E2DB1A6B8E8A}"/>
                    </a:ext>
                  </a:extLst>
                </p:cNvPr>
                <p:cNvSpPr/>
                <p:nvPr/>
              </p:nvSpPr>
              <p:spPr>
                <a:xfrm>
                  <a:off x="-40079575" y="2584575"/>
                  <a:ext cx="19725" cy="1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" h="789" extrusionOk="0">
                      <a:moveTo>
                        <a:pt x="410" y="1"/>
                      </a:moveTo>
                      <a:cubicBezTo>
                        <a:pt x="190" y="1"/>
                        <a:pt x="1" y="158"/>
                        <a:pt x="1" y="379"/>
                      </a:cubicBezTo>
                      <a:cubicBezTo>
                        <a:pt x="1" y="599"/>
                        <a:pt x="190" y="788"/>
                        <a:pt x="410" y="788"/>
                      </a:cubicBezTo>
                      <a:cubicBezTo>
                        <a:pt x="631" y="788"/>
                        <a:pt x="788" y="599"/>
                        <a:pt x="788" y="379"/>
                      </a:cubicBezTo>
                      <a:cubicBezTo>
                        <a:pt x="788" y="158"/>
                        <a:pt x="631" y="1"/>
                        <a:pt x="4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108" name="Google Shape;6291;p63">
                  <a:extLst>
                    <a:ext uri="{FF2B5EF4-FFF2-40B4-BE49-F238E27FC236}">
                      <a16:creationId xmlns:a16="http://schemas.microsoft.com/office/drawing/2014/main" id="{552AEA41-877A-4D4C-922A-F9EEBFBF7207}"/>
                    </a:ext>
                  </a:extLst>
                </p:cNvPr>
                <p:cNvSpPr/>
                <p:nvPr/>
              </p:nvSpPr>
              <p:spPr>
                <a:xfrm>
                  <a:off x="-40160700" y="2339625"/>
                  <a:ext cx="290650" cy="3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6" h="12666" extrusionOk="0">
                      <a:moveTo>
                        <a:pt x="7656" y="820"/>
                      </a:moveTo>
                      <a:cubicBezTo>
                        <a:pt x="7845" y="820"/>
                        <a:pt x="8003" y="946"/>
                        <a:pt x="8066" y="1072"/>
                      </a:cubicBezTo>
                      <a:cubicBezTo>
                        <a:pt x="8129" y="1355"/>
                        <a:pt x="7940" y="1639"/>
                        <a:pt x="7656" y="1639"/>
                      </a:cubicBezTo>
                      <a:lnTo>
                        <a:pt x="4065" y="1639"/>
                      </a:lnTo>
                      <a:cubicBezTo>
                        <a:pt x="3876" y="1639"/>
                        <a:pt x="3687" y="1450"/>
                        <a:pt x="3687" y="1261"/>
                      </a:cubicBezTo>
                      <a:cubicBezTo>
                        <a:pt x="3687" y="1009"/>
                        <a:pt x="3876" y="851"/>
                        <a:pt x="4065" y="820"/>
                      </a:cubicBezTo>
                      <a:close/>
                      <a:moveTo>
                        <a:pt x="7310" y="2458"/>
                      </a:moveTo>
                      <a:lnTo>
                        <a:pt x="7310" y="5860"/>
                      </a:lnTo>
                      <a:cubicBezTo>
                        <a:pt x="7310" y="6270"/>
                        <a:pt x="7467" y="6711"/>
                        <a:pt x="7656" y="7026"/>
                      </a:cubicBezTo>
                      <a:cubicBezTo>
                        <a:pt x="7026" y="7152"/>
                        <a:pt x="6396" y="7404"/>
                        <a:pt x="5797" y="7782"/>
                      </a:cubicBezTo>
                      <a:cubicBezTo>
                        <a:pt x="5146" y="8207"/>
                        <a:pt x="4241" y="8453"/>
                        <a:pt x="3401" y="8453"/>
                      </a:cubicBezTo>
                      <a:cubicBezTo>
                        <a:pt x="3306" y="8453"/>
                        <a:pt x="3212" y="8450"/>
                        <a:pt x="3120" y="8444"/>
                      </a:cubicBezTo>
                      <a:lnTo>
                        <a:pt x="4128" y="7026"/>
                      </a:lnTo>
                      <a:cubicBezTo>
                        <a:pt x="4380" y="6680"/>
                        <a:pt x="4537" y="6239"/>
                        <a:pt x="4537" y="5829"/>
                      </a:cubicBezTo>
                      <a:lnTo>
                        <a:pt x="4537" y="2458"/>
                      </a:lnTo>
                      <a:close/>
                      <a:moveTo>
                        <a:pt x="8192" y="7782"/>
                      </a:moveTo>
                      <a:cubicBezTo>
                        <a:pt x="10775" y="11500"/>
                        <a:pt x="10586" y="11216"/>
                        <a:pt x="10618" y="11279"/>
                      </a:cubicBezTo>
                      <a:cubicBezTo>
                        <a:pt x="10681" y="11563"/>
                        <a:pt x="10523" y="11846"/>
                        <a:pt x="10208" y="11846"/>
                      </a:cubicBezTo>
                      <a:lnTo>
                        <a:pt x="1576" y="11846"/>
                      </a:lnTo>
                      <a:cubicBezTo>
                        <a:pt x="1198" y="11846"/>
                        <a:pt x="1040" y="11437"/>
                        <a:pt x="1198" y="11216"/>
                      </a:cubicBezTo>
                      <a:lnTo>
                        <a:pt x="2584" y="9232"/>
                      </a:lnTo>
                      <a:cubicBezTo>
                        <a:pt x="2825" y="9263"/>
                        <a:pt x="3077" y="9280"/>
                        <a:pt x="3333" y="9280"/>
                      </a:cubicBezTo>
                      <a:cubicBezTo>
                        <a:pt x="4347" y="9280"/>
                        <a:pt x="5434" y="9022"/>
                        <a:pt x="6239" y="8444"/>
                      </a:cubicBezTo>
                      <a:cubicBezTo>
                        <a:pt x="6837" y="8066"/>
                        <a:pt x="7499" y="7814"/>
                        <a:pt x="8192" y="7782"/>
                      </a:cubicBezTo>
                      <a:close/>
                      <a:moveTo>
                        <a:pt x="4128" y="1"/>
                      </a:moveTo>
                      <a:cubicBezTo>
                        <a:pt x="3435" y="1"/>
                        <a:pt x="2899" y="536"/>
                        <a:pt x="2899" y="1261"/>
                      </a:cubicBezTo>
                      <a:cubicBezTo>
                        <a:pt x="2899" y="1765"/>
                        <a:pt x="3214" y="2237"/>
                        <a:pt x="3718" y="2426"/>
                      </a:cubicBezTo>
                      <a:lnTo>
                        <a:pt x="3718" y="5860"/>
                      </a:lnTo>
                      <a:cubicBezTo>
                        <a:pt x="3718" y="6081"/>
                        <a:pt x="3655" y="6365"/>
                        <a:pt x="3498" y="6554"/>
                      </a:cubicBezTo>
                      <a:lnTo>
                        <a:pt x="568" y="10744"/>
                      </a:lnTo>
                      <a:cubicBezTo>
                        <a:pt x="1" y="11563"/>
                        <a:pt x="568" y="12666"/>
                        <a:pt x="1607" y="12666"/>
                      </a:cubicBezTo>
                      <a:lnTo>
                        <a:pt x="10271" y="12666"/>
                      </a:lnTo>
                      <a:cubicBezTo>
                        <a:pt x="10555" y="12666"/>
                        <a:pt x="10870" y="12540"/>
                        <a:pt x="11090" y="12350"/>
                      </a:cubicBezTo>
                      <a:cubicBezTo>
                        <a:pt x="11531" y="11972"/>
                        <a:pt x="11626" y="11248"/>
                        <a:pt x="11248" y="10744"/>
                      </a:cubicBezTo>
                      <a:lnTo>
                        <a:pt x="8318" y="6554"/>
                      </a:lnTo>
                      <a:cubicBezTo>
                        <a:pt x="8160" y="6365"/>
                        <a:pt x="8097" y="6081"/>
                        <a:pt x="8097" y="5860"/>
                      </a:cubicBezTo>
                      <a:lnTo>
                        <a:pt x="8097" y="2426"/>
                      </a:lnTo>
                      <a:cubicBezTo>
                        <a:pt x="8570" y="2269"/>
                        <a:pt x="8916" y="1796"/>
                        <a:pt x="8916" y="1261"/>
                      </a:cubicBezTo>
                      <a:cubicBezTo>
                        <a:pt x="8916" y="568"/>
                        <a:pt x="8381" y="1"/>
                        <a:pt x="76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44" name="ZoneTexte 143">
              <a:extLst>
                <a:ext uri="{FF2B5EF4-FFF2-40B4-BE49-F238E27FC236}">
                  <a16:creationId xmlns:a16="http://schemas.microsoft.com/office/drawing/2014/main" id="{88E15A9A-65E1-4D41-872B-AC02AC481771}"/>
                </a:ext>
              </a:extLst>
            </p:cNvPr>
            <p:cNvSpPr txBox="1"/>
            <p:nvPr/>
          </p:nvSpPr>
          <p:spPr>
            <a:xfrm>
              <a:off x="9109741" y="1795579"/>
              <a:ext cx="1909958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0070C0"/>
                  </a:solidFill>
                  <a:latin typeface="Raleway" pitchFamily="2" charset="0"/>
                </a:rPr>
                <a:t>EXPÉRIMENTATION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E9FC158-14AB-4BA4-ABE3-460A948EBCCA}"/>
              </a:ext>
            </a:extLst>
          </p:cNvPr>
          <p:cNvGrpSpPr/>
          <p:nvPr/>
        </p:nvGrpSpPr>
        <p:grpSpPr>
          <a:xfrm>
            <a:off x="4510025" y="5416324"/>
            <a:ext cx="1066380" cy="916366"/>
            <a:chOff x="4345649" y="2829351"/>
            <a:chExt cx="1510660" cy="1298146"/>
          </a:xfrm>
        </p:grpSpPr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0185918E-2EB7-4876-BD97-096B8201A990}"/>
                </a:ext>
              </a:extLst>
            </p:cNvPr>
            <p:cNvGrpSpPr/>
            <p:nvPr/>
          </p:nvGrpSpPr>
          <p:grpSpPr>
            <a:xfrm>
              <a:off x="4684884" y="2829351"/>
              <a:ext cx="959691" cy="959691"/>
              <a:chOff x="8571790" y="527866"/>
              <a:chExt cx="959691" cy="959691"/>
            </a:xfrm>
          </p:grpSpPr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27FB2ADE-B2C3-4942-9821-ECEB3D539650}"/>
                  </a:ext>
                </a:extLst>
              </p:cNvPr>
              <p:cNvSpPr/>
              <p:nvPr/>
            </p:nvSpPr>
            <p:spPr>
              <a:xfrm>
                <a:off x="8571790" y="527866"/>
                <a:ext cx="959691" cy="959691"/>
              </a:xfrm>
              <a:prstGeom prst="ellipse">
                <a:avLst/>
              </a:prstGeom>
              <a:solidFill>
                <a:srgbClr val="346A9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86" name="Google Shape;8211;p68">
                <a:extLst>
                  <a:ext uri="{FF2B5EF4-FFF2-40B4-BE49-F238E27FC236}">
                    <a16:creationId xmlns:a16="http://schemas.microsoft.com/office/drawing/2014/main" id="{7EE1A5D9-1E82-48CA-BAD8-18242182AAF0}"/>
                  </a:ext>
                </a:extLst>
              </p:cNvPr>
              <p:cNvGrpSpPr/>
              <p:nvPr/>
            </p:nvGrpSpPr>
            <p:grpSpPr>
              <a:xfrm>
                <a:off x="8800513" y="759926"/>
                <a:ext cx="502245" cy="495570"/>
                <a:chOff x="-6713450" y="2397900"/>
                <a:chExt cx="295375" cy="291450"/>
              </a:xfrm>
              <a:solidFill>
                <a:schemeClr val="bg1"/>
              </a:solidFill>
            </p:grpSpPr>
            <p:sp>
              <p:nvSpPr>
                <p:cNvPr id="87" name="Google Shape;8212;p68">
                  <a:extLst>
                    <a:ext uri="{FF2B5EF4-FFF2-40B4-BE49-F238E27FC236}">
                      <a16:creationId xmlns:a16="http://schemas.microsoft.com/office/drawing/2014/main" id="{2DA87764-18DF-4070-A19A-DB05A3649429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88" name="Google Shape;8213;p68">
                  <a:extLst>
                    <a:ext uri="{FF2B5EF4-FFF2-40B4-BE49-F238E27FC236}">
                      <a16:creationId xmlns:a16="http://schemas.microsoft.com/office/drawing/2014/main" id="{E12DED96-780A-4AAE-91CC-415731D6BD66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64E267E0-D476-4651-95CA-D374C54358FC}"/>
                </a:ext>
              </a:extLst>
            </p:cNvPr>
            <p:cNvSpPr txBox="1"/>
            <p:nvPr/>
          </p:nvSpPr>
          <p:spPr>
            <a:xfrm>
              <a:off x="4345649" y="3820115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346A93"/>
                  </a:solidFill>
                  <a:latin typeface="Raleway" pitchFamily="2" charset="0"/>
                </a:rPr>
                <a:t>VALORISATION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110AE50-E1C3-4B74-8C5E-3969C5B62B6D}"/>
              </a:ext>
            </a:extLst>
          </p:cNvPr>
          <p:cNvGrpSpPr/>
          <p:nvPr/>
        </p:nvGrpSpPr>
        <p:grpSpPr>
          <a:xfrm>
            <a:off x="3552932" y="4901405"/>
            <a:ext cx="1066380" cy="919223"/>
            <a:chOff x="6295859" y="2825300"/>
            <a:chExt cx="1510660" cy="1302196"/>
          </a:xfrm>
        </p:grpSpPr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08FD1540-03C3-44FC-A1E5-56BED3BCD5E9}"/>
                </a:ext>
              </a:extLst>
            </p:cNvPr>
            <p:cNvGrpSpPr/>
            <p:nvPr/>
          </p:nvGrpSpPr>
          <p:grpSpPr>
            <a:xfrm>
              <a:off x="6563778" y="2825300"/>
              <a:ext cx="959691" cy="959691"/>
              <a:chOff x="9906187" y="506198"/>
              <a:chExt cx="959691" cy="959691"/>
            </a:xfrm>
          </p:grpSpPr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BD7173F2-EEC6-411A-A930-AB9DF4826B99}"/>
                  </a:ext>
                </a:extLst>
              </p:cNvPr>
              <p:cNvSpPr/>
              <p:nvPr/>
            </p:nvSpPr>
            <p:spPr>
              <a:xfrm>
                <a:off x="9906187" y="506198"/>
                <a:ext cx="959691" cy="959691"/>
              </a:xfrm>
              <a:prstGeom prst="ellipse">
                <a:avLst/>
              </a:prstGeom>
              <a:solidFill>
                <a:srgbClr val="2C4D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59" name="Google Shape;4488;p59">
                <a:extLst>
                  <a:ext uri="{FF2B5EF4-FFF2-40B4-BE49-F238E27FC236}">
                    <a16:creationId xmlns:a16="http://schemas.microsoft.com/office/drawing/2014/main" id="{D276F4F3-80AF-4E08-B5E9-D156CD20F2E5}"/>
                  </a:ext>
                </a:extLst>
              </p:cNvPr>
              <p:cNvGrpSpPr/>
              <p:nvPr/>
            </p:nvGrpSpPr>
            <p:grpSpPr>
              <a:xfrm>
                <a:off x="10148628" y="750926"/>
                <a:ext cx="474808" cy="470235"/>
                <a:chOff x="3860250" y="1427025"/>
                <a:chExt cx="487900" cy="483200"/>
              </a:xfrm>
              <a:solidFill>
                <a:schemeClr val="bg1"/>
              </a:solidFill>
            </p:grpSpPr>
            <p:sp>
              <p:nvSpPr>
                <p:cNvPr id="60" name="Google Shape;4489;p59">
                  <a:extLst>
                    <a:ext uri="{FF2B5EF4-FFF2-40B4-BE49-F238E27FC236}">
                      <a16:creationId xmlns:a16="http://schemas.microsoft.com/office/drawing/2014/main" id="{CC93903D-0D77-49B3-BD44-FBB280AE1E88}"/>
                    </a:ext>
                  </a:extLst>
                </p:cNvPr>
                <p:cNvSpPr/>
                <p:nvPr/>
              </p:nvSpPr>
              <p:spPr>
                <a:xfrm>
                  <a:off x="3875800" y="1427025"/>
                  <a:ext cx="472350" cy="46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4" h="18746" extrusionOk="0">
                      <a:moveTo>
                        <a:pt x="15874" y="1821"/>
                      </a:moveTo>
                      <a:lnTo>
                        <a:pt x="6498" y="9403"/>
                      </a:lnTo>
                      <a:lnTo>
                        <a:pt x="1918" y="5629"/>
                      </a:lnTo>
                      <a:lnTo>
                        <a:pt x="15874" y="1821"/>
                      </a:lnTo>
                      <a:close/>
                      <a:moveTo>
                        <a:pt x="14524" y="4370"/>
                      </a:moveTo>
                      <a:lnTo>
                        <a:pt x="8425" y="11912"/>
                      </a:lnTo>
                      <a:lnTo>
                        <a:pt x="6257" y="12634"/>
                      </a:lnTo>
                      <a:lnTo>
                        <a:pt x="6981" y="10469"/>
                      </a:lnTo>
                      <a:lnTo>
                        <a:pt x="14524" y="4370"/>
                      </a:lnTo>
                      <a:close/>
                      <a:moveTo>
                        <a:pt x="17072" y="3020"/>
                      </a:moveTo>
                      <a:lnTo>
                        <a:pt x="13265" y="16976"/>
                      </a:lnTo>
                      <a:lnTo>
                        <a:pt x="9491" y="12392"/>
                      </a:lnTo>
                      <a:lnTo>
                        <a:pt x="17072" y="3020"/>
                      </a:lnTo>
                      <a:close/>
                      <a:moveTo>
                        <a:pt x="18298" y="0"/>
                      </a:moveTo>
                      <a:cubicBezTo>
                        <a:pt x="18286" y="0"/>
                        <a:pt x="18274" y="0"/>
                        <a:pt x="18262" y="3"/>
                      </a:cubicBezTo>
                      <a:lnTo>
                        <a:pt x="18253" y="3"/>
                      </a:lnTo>
                      <a:cubicBezTo>
                        <a:pt x="18238" y="6"/>
                        <a:pt x="18223" y="6"/>
                        <a:pt x="18211" y="12"/>
                      </a:cubicBezTo>
                      <a:lnTo>
                        <a:pt x="18193" y="15"/>
                      </a:lnTo>
                      <a:lnTo>
                        <a:pt x="18178" y="18"/>
                      </a:lnTo>
                      <a:lnTo>
                        <a:pt x="562" y="4822"/>
                      </a:lnTo>
                      <a:cubicBezTo>
                        <a:pt x="121" y="4943"/>
                        <a:pt x="0" y="5511"/>
                        <a:pt x="351" y="5804"/>
                      </a:cubicBezTo>
                      <a:lnTo>
                        <a:pt x="5834" y="10321"/>
                      </a:lnTo>
                      <a:lnTo>
                        <a:pt x="4826" y="13349"/>
                      </a:lnTo>
                      <a:cubicBezTo>
                        <a:pt x="4696" y="13732"/>
                        <a:pt x="4991" y="14098"/>
                        <a:pt x="5359" y="14098"/>
                      </a:cubicBezTo>
                      <a:cubicBezTo>
                        <a:pt x="5418" y="14098"/>
                        <a:pt x="5479" y="14089"/>
                        <a:pt x="5541" y="14068"/>
                      </a:cubicBezTo>
                      <a:lnTo>
                        <a:pt x="8570" y="13060"/>
                      </a:lnTo>
                      <a:lnTo>
                        <a:pt x="13087" y="18540"/>
                      </a:lnTo>
                      <a:cubicBezTo>
                        <a:pt x="13195" y="18670"/>
                        <a:pt x="13355" y="18745"/>
                        <a:pt x="13525" y="18745"/>
                      </a:cubicBezTo>
                      <a:cubicBezTo>
                        <a:pt x="13564" y="18745"/>
                        <a:pt x="13603" y="18742"/>
                        <a:pt x="13642" y="18733"/>
                      </a:cubicBezTo>
                      <a:cubicBezTo>
                        <a:pt x="13848" y="18691"/>
                        <a:pt x="14014" y="18534"/>
                        <a:pt x="14071" y="18328"/>
                      </a:cubicBezTo>
                      <a:lnTo>
                        <a:pt x="18875" y="716"/>
                      </a:lnTo>
                      <a:cubicBezTo>
                        <a:pt x="18875" y="710"/>
                        <a:pt x="18875" y="704"/>
                        <a:pt x="18878" y="698"/>
                      </a:cubicBezTo>
                      <a:lnTo>
                        <a:pt x="18881" y="683"/>
                      </a:lnTo>
                      <a:cubicBezTo>
                        <a:pt x="18884" y="668"/>
                        <a:pt x="18887" y="653"/>
                        <a:pt x="18890" y="637"/>
                      </a:cubicBezTo>
                      <a:cubicBezTo>
                        <a:pt x="18890" y="637"/>
                        <a:pt x="18890" y="634"/>
                        <a:pt x="18890" y="631"/>
                      </a:cubicBezTo>
                      <a:cubicBezTo>
                        <a:pt x="18890" y="619"/>
                        <a:pt x="18890" y="604"/>
                        <a:pt x="18893" y="592"/>
                      </a:cubicBezTo>
                      <a:lnTo>
                        <a:pt x="18893" y="580"/>
                      </a:lnTo>
                      <a:cubicBezTo>
                        <a:pt x="18893" y="568"/>
                        <a:pt x="18893" y="553"/>
                        <a:pt x="18893" y="541"/>
                      </a:cubicBezTo>
                      <a:cubicBezTo>
                        <a:pt x="18893" y="538"/>
                        <a:pt x="18893" y="535"/>
                        <a:pt x="18893" y="532"/>
                      </a:cubicBezTo>
                      <a:cubicBezTo>
                        <a:pt x="18893" y="517"/>
                        <a:pt x="18890" y="502"/>
                        <a:pt x="18890" y="487"/>
                      </a:cubicBezTo>
                      <a:cubicBezTo>
                        <a:pt x="18890" y="483"/>
                        <a:pt x="18890" y="480"/>
                        <a:pt x="18887" y="477"/>
                      </a:cubicBezTo>
                      <a:cubicBezTo>
                        <a:pt x="18887" y="465"/>
                        <a:pt x="18884" y="453"/>
                        <a:pt x="18881" y="441"/>
                      </a:cubicBezTo>
                      <a:lnTo>
                        <a:pt x="18878" y="429"/>
                      </a:lnTo>
                      <a:cubicBezTo>
                        <a:pt x="18875" y="417"/>
                        <a:pt x="18872" y="402"/>
                        <a:pt x="18866" y="390"/>
                      </a:cubicBezTo>
                      <a:cubicBezTo>
                        <a:pt x="18866" y="387"/>
                        <a:pt x="18866" y="384"/>
                        <a:pt x="18863" y="381"/>
                      </a:cubicBezTo>
                      <a:cubicBezTo>
                        <a:pt x="18860" y="369"/>
                        <a:pt x="18854" y="354"/>
                        <a:pt x="18848" y="345"/>
                      </a:cubicBezTo>
                      <a:cubicBezTo>
                        <a:pt x="18848" y="339"/>
                        <a:pt x="18845" y="333"/>
                        <a:pt x="18842" y="329"/>
                      </a:cubicBezTo>
                      <a:cubicBezTo>
                        <a:pt x="18839" y="323"/>
                        <a:pt x="18833" y="308"/>
                        <a:pt x="18830" y="299"/>
                      </a:cubicBezTo>
                      <a:cubicBezTo>
                        <a:pt x="18824" y="290"/>
                        <a:pt x="18824" y="290"/>
                        <a:pt x="18821" y="287"/>
                      </a:cubicBezTo>
                      <a:cubicBezTo>
                        <a:pt x="18815" y="275"/>
                        <a:pt x="18806" y="263"/>
                        <a:pt x="18797" y="248"/>
                      </a:cubicBezTo>
                      <a:lnTo>
                        <a:pt x="18790" y="239"/>
                      </a:lnTo>
                      <a:cubicBezTo>
                        <a:pt x="18784" y="230"/>
                        <a:pt x="18775" y="221"/>
                        <a:pt x="18769" y="212"/>
                      </a:cubicBezTo>
                      <a:cubicBezTo>
                        <a:pt x="18760" y="203"/>
                        <a:pt x="18763" y="203"/>
                        <a:pt x="18760" y="200"/>
                      </a:cubicBezTo>
                      <a:cubicBezTo>
                        <a:pt x="18751" y="188"/>
                        <a:pt x="18739" y="176"/>
                        <a:pt x="18727" y="163"/>
                      </a:cubicBezTo>
                      <a:cubicBezTo>
                        <a:pt x="18718" y="154"/>
                        <a:pt x="18706" y="142"/>
                        <a:pt x="18694" y="133"/>
                      </a:cubicBezTo>
                      <a:lnTo>
                        <a:pt x="18682" y="124"/>
                      </a:lnTo>
                      <a:cubicBezTo>
                        <a:pt x="18673" y="115"/>
                        <a:pt x="18664" y="109"/>
                        <a:pt x="18655" y="103"/>
                      </a:cubicBezTo>
                      <a:lnTo>
                        <a:pt x="18643" y="94"/>
                      </a:lnTo>
                      <a:cubicBezTo>
                        <a:pt x="18630" y="88"/>
                        <a:pt x="18618" y="79"/>
                        <a:pt x="18606" y="73"/>
                      </a:cubicBezTo>
                      <a:lnTo>
                        <a:pt x="18591" y="64"/>
                      </a:lnTo>
                      <a:lnTo>
                        <a:pt x="18564" y="52"/>
                      </a:lnTo>
                      <a:lnTo>
                        <a:pt x="18549" y="43"/>
                      </a:lnTo>
                      <a:cubicBezTo>
                        <a:pt x="18537" y="40"/>
                        <a:pt x="18522" y="34"/>
                        <a:pt x="18510" y="28"/>
                      </a:cubicBezTo>
                      <a:lnTo>
                        <a:pt x="18501" y="28"/>
                      </a:lnTo>
                      <a:cubicBezTo>
                        <a:pt x="18489" y="22"/>
                        <a:pt x="18476" y="18"/>
                        <a:pt x="18464" y="15"/>
                      </a:cubicBezTo>
                      <a:lnTo>
                        <a:pt x="18449" y="12"/>
                      </a:lnTo>
                      <a:lnTo>
                        <a:pt x="18416" y="6"/>
                      </a:lnTo>
                      <a:lnTo>
                        <a:pt x="18404" y="3"/>
                      </a:lnTo>
                      <a:cubicBezTo>
                        <a:pt x="18389" y="3"/>
                        <a:pt x="18374" y="0"/>
                        <a:pt x="183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61" name="Google Shape;4490;p59">
                  <a:extLst>
                    <a:ext uri="{FF2B5EF4-FFF2-40B4-BE49-F238E27FC236}">
                      <a16:creationId xmlns:a16="http://schemas.microsoft.com/office/drawing/2014/main" id="{8C9416A0-B350-4618-B861-450DBFF40DE7}"/>
                    </a:ext>
                  </a:extLst>
                </p:cNvPr>
                <p:cNvSpPr/>
                <p:nvPr/>
              </p:nvSpPr>
              <p:spPr>
                <a:xfrm>
                  <a:off x="3860250" y="1861675"/>
                  <a:ext cx="54675" cy="4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" h="1942" extrusionOk="0">
                      <a:moveTo>
                        <a:pt x="1563" y="1"/>
                      </a:moveTo>
                      <a:cubicBezTo>
                        <a:pt x="1416" y="1"/>
                        <a:pt x="1268" y="58"/>
                        <a:pt x="1157" y="172"/>
                      </a:cubicBezTo>
                      <a:lnTo>
                        <a:pt x="357" y="976"/>
                      </a:lnTo>
                      <a:cubicBezTo>
                        <a:pt x="0" y="1332"/>
                        <a:pt x="254" y="1942"/>
                        <a:pt x="758" y="1942"/>
                      </a:cubicBezTo>
                      <a:cubicBezTo>
                        <a:pt x="906" y="1942"/>
                        <a:pt x="1051" y="1882"/>
                        <a:pt x="1157" y="1776"/>
                      </a:cubicBezTo>
                      <a:lnTo>
                        <a:pt x="1957" y="973"/>
                      </a:lnTo>
                      <a:cubicBezTo>
                        <a:pt x="2184" y="755"/>
                        <a:pt x="2187" y="390"/>
                        <a:pt x="1963" y="166"/>
                      </a:cubicBezTo>
                      <a:cubicBezTo>
                        <a:pt x="1853" y="56"/>
                        <a:pt x="1708" y="1"/>
                        <a:pt x="15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62" name="Google Shape;4491;p59">
                  <a:extLst>
                    <a:ext uri="{FF2B5EF4-FFF2-40B4-BE49-F238E27FC236}">
                      <a16:creationId xmlns:a16="http://schemas.microsoft.com/office/drawing/2014/main" id="{F8183422-C351-4730-A2A0-A6E59DA97C9B}"/>
                    </a:ext>
                  </a:extLst>
                </p:cNvPr>
                <p:cNvSpPr/>
                <p:nvPr/>
              </p:nvSpPr>
              <p:spPr>
                <a:xfrm>
                  <a:off x="3923425" y="1801775"/>
                  <a:ext cx="51350" cy="4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1942" extrusionOk="0">
                      <a:moveTo>
                        <a:pt x="1430" y="0"/>
                      </a:moveTo>
                      <a:cubicBezTo>
                        <a:pt x="1286" y="0"/>
                        <a:pt x="1141" y="56"/>
                        <a:pt x="1030" y="168"/>
                      </a:cubicBezTo>
                      <a:lnTo>
                        <a:pt x="230" y="968"/>
                      </a:lnTo>
                      <a:cubicBezTo>
                        <a:pt x="4" y="1189"/>
                        <a:pt x="1" y="1551"/>
                        <a:pt x="224" y="1774"/>
                      </a:cubicBezTo>
                      <a:cubicBezTo>
                        <a:pt x="334" y="1886"/>
                        <a:pt x="478" y="1941"/>
                        <a:pt x="623" y="1941"/>
                      </a:cubicBezTo>
                      <a:cubicBezTo>
                        <a:pt x="771" y="1941"/>
                        <a:pt x="919" y="1883"/>
                        <a:pt x="1030" y="1768"/>
                      </a:cubicBezTo>
                      <a:lnTo>
                        <a:pt x="1831" y="968"/>
                      </a:lnTo>
                      <a:cubicBezTo>
                        <a:pt x="2054" y="745"/>
                        <a:pt x="2051" y="388"/>
                        <a:pt x="1831" y="168"/>
                      </a:cubicBezTo>
                      <a:cubicBezTo>
                        <a:pt x="1720" y="56"/>
                        <a:pt x="1575" y="0"/>
                        <a:pt x="14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DC06A3AE-AE96-42C3-B00D-789D031DECBC}"/>
                </a:ext>
              </a:extLst>
            </p:cNvPr>
            <p:cNvSpPr txBox="1"/>
            <p:nvPr/>
          </p:nvSpPr>
          <p:spPr>
            <a:xfrm>
              <a:off x="6295859" y="3820114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2C4D7E"/>
                  </a:solidFill>
                  <a:latin typeface="Raleway" pitchFamily="2" charset="0"/>
                </a:rPr>
                <a:t>TRANSFERT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02E1EF0-EF93-4E32-B32A-AE7B2FD31467}"/>
              </a:ext>
            </a:extLst>
          </p:cNvPr>
          <p:cNvGrpSpPr/>
          <p:nvPr/>
        </p:nvGrpSpPr>
        <p:grpSpPr>
          <a:xfrm>
            <a:off x="1854906" y="2837664"/>
            <a:ext cx="1793884" cy="677449"/>
            <a:chOff x="2599842" y="4686406"/>
            <a:chExt cx="2541260" cy="959691"/>
          </a:xfrm>
        </p:grpSpPr>
        <p:grpSp>
          <p:nvGrpSpPr>
            <p:cNvPr id="139" name="Groupe 138">
              <a:extLst>
                <a:ext uri="{FF2B5EF4-FFF2-40B4-BE49-F238E27FC236}">
                  <a16:creationId xmlns:a16="http://schemas.microsoft.com/office/drawing/2014/main" id="{82A9A324-838C-458A-9B6B-315924D59D1F}"/>
                </a:ext>
              </a:extLst>
            </p:cNvPr>
            <p:cNvGrpSpPr/>
            <p:nvPr/>
          </p:nvGrpSpPr>
          <p:grpSpPr>
            <a:xfrm>
              <a:off x="4181411" y="4686406"/>
              <a:ext cx="959691" cy="959691"/>
              <a:chOff x="780445" y="2277219"/>
              <a:chExt cx="959691" cy="959691"/>
            </a:xfrm>
          </p:grpSpPr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2378F692-96D1-4B8C-B4EE-7F477E20D1E0}"/>
                  </a:ext>
                </a:extLst>
              </p:cNvPr>
              <p:cNvSpPr/>
              <p:nvPr/>
            </p:nvSpPr>
            <p:spPr>
              <a:xfrm>
                <a:off x="780445" y="2277219"/>
                <a:ext cx="959691" cy="959691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92" name="Google Shape;5854;p62">
                <a:extLst>
                  <a:ext uri="{FF2B5EF4-FFF2-40B4-BE49-F238E27FC236}">
                    <a16:creationId xmlns:a16="http://schemas.microsoft.com/office/drawing/2014/main" id="{39B4451D-3657-424F-B83D-39458DBB304A}"/>
                  </a:ext>
                </a:extLst>
              </p:cNvPr>
              <p:cNvGrpSpPr/>
              <p:nvPr/>
            </p:nvGrpSpPr>
            <p:grpSpPr>
              <a:xfrm>
                <a:off x="1039076" y="2535261"/>
                <a:ext cx="442428" cy="443607"/>
                <a:chOff x="-47157950" y="2712175"/>
                <a:chExt cx="300100" cy="300900"/>
              </a:xfrm>
              <a:solidFill>
                <a:schemeClr val="bg1"/>
              </a:solidFill>
            </p:grpSpPr>
            <p:sp>
              <p:nvSpPr>
                <p:cNvPr id="93" name="Google Shape;5855;p62">
                  <a:extLst>
                    <a:ext uri="{FF2B5EF4-FFF2-40B4-BE49-F238E27FC236}">
                      <a16:creationId xmlns:a16="http://schemas.microsoft.com/office/drawing/2014/main" id="{C99B44EC-E328-4A1E-91AF-EE39B2B31BAD}"/>
                    </a:ext>
                  </a:extLst>
                </p:cNvPr>
                <p:cNvSpPr/>
                <p:nvPr/>
              </p:nvSpPr>
              <p:spPr>
                <a:xfrm>
                  <a:off x="-47157950" y="2712175"/>
                  <a:ext cx="300100" cy="3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4" h="12036" extrusionOk="0">
                      <a:moveTo>
                        <a:pt x="7026" y="1166"/>
                      </a:moveTo>
                      <a:lnTo>
                        <a:pt x="7940" y="2048"/>
                      </a:lnTo>
                      <a:lnTo>
                        <a:pt x="7026" y="2048"/>
                      </a:lnTo>
                      <a:lnTo>
                        <a:pt x="7026" y="1166"/>
                      </a:lnTo>
                      <a:close/>
                      <a:moveTo>
                        <a:pt x="6333" y="693"/>
                      </a:moveTo>
                      <a:lnTo>
                        <a:pt x="6333" y="2458"/>
                      </a:lnTo>
                      <a:cubicBezTo>
                        <a:pt x="6333" y="2647"/>
                        <a:pt x="6491" y="2804"/>
                        <a:pt x="6680" y="2804"/>
                      </a:cubicBezTo>
                      <a:lnTo>
                        <a:pt x="8444" y="2804"/>
                      </a:lnTo>
                      <a:lnTo>
                        <a:pt x="8444" y="4222"/>
                      </a:lnTo>
                      <a:lnTo>
                        <a:pt x="3529" y="4222"/>
                      </a:lnTo>
                      <a:lnTo>
                        <a:pt x="3529" y="693"/>
                      </a:lnTo>
                      <a:close/>
                      <a:moveTo>
                        <a:pt x="10933" y="4222"/>
                      </a:moveTo>
                      <a:cubicBezTo>
                        <a:pt x="11122" y="4222"/>
                        <a:pt x="11279" y="4380"/>
                        <a:pt x="11279" y="4569"/>
                      </a:cubicBezTo>
                      <a:lnTo>
                        <a:pt x="11279" y="8097"/>
                      </a:lnTo>
                      <a:lnTo>
                        <a:pt x="11248" y="8097"/>
                      </a:lnTo>
                      <a:cubicBezTo>
                        <a:pt x="11248" y="8286"/>
                        <a:pt x="11090" y="8444"/>
                        <a:pt x="10901" y="8444"/>
                      </a:cubicBezTo>
                      <a:lnTo>
                        <a:pt x="9137" y="8444"/>
                      </a:lnTo>
                      <a:lnTo>
                        <a:pt x="9137" y="7719"/>
                      </a:lnTo>
                      <a:lnTo>
                        <a:pt x="9483" y="7719"/>
                      </a:lnTo>
                      <a:cubicBezTo>
                        <a:pt x="9673" y="7719"/>
                        <a:pt x="9830" y="7562"/>
                        <a:pt x="9830" y="7372"/>
                      </a:cubicBezTo>
                      <a:cubicBezTo>
                        <a:pt x="9830" y="7183"/>
                        <a:pt x="9673" y="7026"/>
                        <a:pt x="9483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7183"/>
                        <a:pt x="2111" y="7372"/>
                      </a:cubicBezTo>
                      <a:cubicBezTo>
                        <a:pt x="2111" y="7562"/>
                        <a:pt x="2269" y="7719"/>
                        <a:pt x="2458" y="7719"/>
                      </a:cubicBezTo>
                      <a:lnTo>
                        <a:pt x="2836" y="7719"/>
                      </a:lnTo>
                      <a:lnTo>
                        <a:pt x="2836" y="8444"/>
                      </a:lnTo>
                      <a:lnTo>
                        <a:pt x="1040" y="8444"/>
                      </a:lnTo>
                      <a:cubicBezTo>
                        <a:pt x="851" y="8444"/>
                        <a:pt x="694" y="8286"/>
                        <a:pt x="694" y="8097"/>
                      </a:cubicBezTo>
                      <a:lnTo>
                        <a:pt x="694" y="4569"/>
                      </a:lnTo>
                      <a:cubicBezTo>
                        <a:pt x="694" y="4380"/>
                        <a:pt x="851" y="4222"/>
                        <a:pt x="1040" y="4222"/>
                      </a:cubicBezTo>
                      <a:lnTo>
                        <a:pt x="2836" y="4222"/>
                      </a:lnTo>
                      <a:lnTo>
                        <a:pt x="2836" y="4569"/>
                      </a:lnTo>
                      <a:cubicBezTo>
                        <a:pt x="2836" y="4789"/>
                        <a:pt x="2993" y="4947"/>
                        <a:pt x="3183" y="4947"/>
                      </a:cubicBezTo>
                      <a:lnTo>
                        <a:pt x="8822" y="4947"/>
                      </a:lnTo>
                      <a:cubicBezTo>
                        <a:pt x="9011" y="4947"/>
                        <a:pt x="9168" y="4789"/>
                        <a:pt x="9168" y="4569"/>
                      </a:cubicBezTo>
                      <a:lnTo>
                        <a:pt x="9168" y="4222"/>
                      </a:lnTo>
                      <a:close/>
                      <a:moveTo>
                        <a:pt x="8412" y="7719"/>
                      </a:moveTo>
                      <a:lnTo>
                        <a:pt x="8412" y="11279"/>
                      </a:lnTo>
                      <a:lnTo>
                        <a:pt x="3498" y="11279"/>
                      </a:lnTo>
                      <a:lnTo>
                        <a:pt x="3498" y="7719"/>
                      </a:lnTo>
                      <a:close/>
                      <a:moveTo>
                        <a:pt x="3183" y="0"/>
                      </a:moveTo>
                      <a:cubicBezTo>
                        <a:pt x="2993" y="0"/>
                        <a:pt x="2836" y="158"/>
                        <a:pt x="2836" y="378"/>
                      </a:cubicBezTo>
                      <a:lnTo>
                        <a:pt x="2836" y="3560"/>
                      </a:lnTo>
                      <a:lnTo>
                        <a:pt x="1072" y="3560"/>
                      </a:lnTo>
                      <a:cubicBezTo>
                        <a:pt x="473" y="3560"/>
                        <a:pt x="1" y="4033"/>
                        <a:pt x="1" y="4600"/>
                      </a:cubicBezTo>
                      <a:lnTo>
                        <a:pt x="1" y="8129"/>
                      </a:lnTo>
                      <a:cubicBezTo>
                        <a:pt x="1" y="8696"/>
                        <a:pt x="473" y="9168"/>
                        <a:pt x="1072" y="9168"/>
                      </a:cubicBezTo>
                      <a:lnTo>
                        <a:pt x="2836" y="9168"/>
                      </a:lnTo>
                      <a:lnTo>
                        <a:pt x="2836" y="11657"/>
                      </a:lnTo>
                      <a:cubicBezTo>
                        <a:pt x="2836" y="11846"/>
                        <a:pt x="2993" y="12035"/>
                        <a:pt x="3183" y="12035"/>
                      </a:cubicBezTo>
                      <a:lnTo>
                        <a:pt x="8822" y="12035"/>
                      </a:lnTo>
                      <a:cubicBezTo>
                        <a:pt x="9011" y="12035"/>
                        <a:pt x="9168" y="11846"/>
                        <a:pt x="9168" y="11657"/>
                      </a:cubicBezTo>
                      <a:lnTo>
                        <a:pt x="9168" y="9168"/>
                      </a:lnTo>
                      <a:lnTo>
                        <a:pt x="10933" y="9168"/>
                      </a:lnTo>
                      <a:cubicBezTo>
                        <a:pt x="11531" y="9168"/>
                        <a:pt x="12004" y="8696"/>
                        <a:pt x="12004" y="8129"/>
                      </a:cubicBezTo>
                      <a:lnTo>
                        <a:pt x="12004" y="4600"/>
                      </a:lnTo>
                      <a:cubicBezTo>
                        <a:pt x="11972" y="4001"/>
                        <a:pt x="11500" y="3529"/>
                        <a:pt x="10901" y="3529"/>
                      </a:cubicBezTo>
                      <a:lnTo>
                        <a:pt x="9137" y="3529"/>
                      </a:lnTo>
                      <a:lnTo>
                        <a:pt x="9137" y="2458"/>
                      </a:lnTo>
                      <a:cubicBezTo>
                        <a:pt x="9137" y="2363"/>
                        <a:pt x="9074" y="2269"/>
                        <a:pt x="9011" y="2206"/>
                      </a:cubicBezTo>
                      <a:lnTo>
                        <a:pt x="6932" y="126"/>
                      </a:lnTo>
                      <a:cubicBezTo>
                        <a:pt x="6837" y="63"/>
                        <a:pt x="6774" y="0"/>
                        <a:pt x="6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4" name="Google Shape;5856;p62">
                  <a:extLst>
                    <a:ext uri="{FF2B5EF4-FFF2-40B4-BE49-F238E27FC236}">
                      <a16:creationId xmlns:a16="http://schemas.microsoft.com/office/drawing/2014/main" id="{67603D6C-C6E7-4223-857B-8A6598B0D670}"/>
                    </a:ext>
                  </a:extLst>
                </p:cNvPr>
                <p:cNvSpPr/>
                <p:nvPr/>
              </p:nvSpPr>
              <p:spPr>
                <a:xfrm>
                  <a:off x="-47087075" y="28523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37" y="693"/>
                        <a:pt x="694" y="536"/>
                        <a:pt x="694" y="347"/>
                      </a:cubicBezTo>
                      <a:cubicBezTo>
                        <a:pt x="694" y="158"/>
                        <a:pt x="537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5" name="Google Shape;5857;p62">
                  <a:extLst>
                    <a:ext uri="{FF2B5EF4-FFF2-40B4-BE49-F238E27FC236}">
                      <a16:creationId xmlns:a16="http://schemas.microsoft.com/office/drawing/2014/main" id="{654B4B73-04A6-4A18-9E45-CDE553DC32A4}"/>
                    </a:ext>
                  </a:extLst>
                </p:cNvPr>
                <p:cNvSpPr/>
                <p:nvPr/>
              </p:nvSpPr>
              <p:spPr>
                <a:xfrm>
                  <a:off x="-47052400" y="28523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26" y="0"/>
                        <a:pt x="0" y="158"/>
                        <a:pt x="0" y="347"/>
                      </a:cubicBezTo>
                      <a:cubicBezTo>
                        <a:pt x="0" y="536"/>
                        <a:pt x="126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6" name="Google Shape;5858;p62">
                  <a:extLst>
                    <a:ext uri="{FF2B5EF4-FFF2-40B4-BE49-F238E27FC236}">
                      <a16:creationId xmlns:a16="http://schemas.microsoft.com/office/drawing/2014/main" id="{74AF8795-7434-4107-98A0-C133915336A5}"/>
                    </a:ext>
                  </a:extLst>
                </p:cNvPr>
                <p:cNvSpPr/>
                <p:nvPr/>
              </p:nvSpPr>
              <p:spPr>
                <a:xfrm>
                  <a:off x="-47051625" y="29579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3151" y="694"/>
                      </a:lnTo>
                      <a:cubicBezTo>
                        <a:pt x="3340" y="694"/>
                        <a:pt x="3498" y="536"/>
                        <a:pt x="3498" y="347"/>
                      </a:cubicBezTo>
                      <a:cubicBezTo>
                        <a:pt x="3498" y="158"/>
                        <a:pt x="3340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7" name="Google Shape;5859;p62">
                  <a:extLst>
                    <a:ext uri="{FF2B5EF4-FFF2-40B4-BE49-F238E27FC236}">
                      <a16:creationId xmlns:a16="http://schemas.microsoft.com/office/drawing/2014/main" id="{4018F765-0751-4DE5-A871-F1772856069F}"/>
                    </a:ext>
                  </a:extLst>
                </p:cNvPr>
                <p:cNvSpPr/>
                <p:nvPr/>
              </p:nvSpPr>
              <p:spPr>
                <a:xfrm>
                  <a:off x="-47051625" y="292325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3151" y="694"/>
                      </a:lnTo>
                      <a:cubicBezTo>
                        <a:pt x="3340" y="694"/>
                        <a:pt x="3498" y="536"/>
                        <a:pt x="3498" y="347"/>
                      </a:cubicBezTo>
                      <a:cubicBezTo>
                        <a:pt x="3498" y="158"/>
                        <a:pt x="3340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8" name="Google Shape;5860;p62">
                  <a:extLst>
                    <a:ext uri="{FF2B5EF4-FFF2-40B4-BE49-F238E27FC236}">
                      <a16:creationId xmlns:a16="http://schemas.microsoft.com/office/drawing/2014/main" id="{D5793D24-0794-4DC9-BBC5-59F5D9A682DA}"/>
                    </a:ext>
                  </a:extLst>
                </p:cNvPr>
                <p:cNvSpPr/>
                <p:nvPr/>
              </p:nvSpPr>
              <p:spPr>
                <a:xfrm>
                  <a:off x="-47017750" y="2852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lnTo>
                        <a:pt x="1072" y="693"/>
                      </a:lnTo>
                      <a:cubicBezTo>
                        <a:pt x="1261" y="693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99" name="Google Shape;5861;p62">
                  <a:extLst>
                    <a:ext uri="{FF2B5EF4-FFF2-40B4-BE49-F238E27FC236}">
                      <a16:creationId xmlns:a16="http://schemas.microsoft.com/office/drawing/2014/main" id="{AB4382D8-E090-4D92-8482-63708945F44A}"/>
                    </a:ext>
                  </a:extLst>
                </p:cNvPr>
                <p:cNvSpPr/>
                <p:nvPr/>
              </p:nvSpPr>
              <p:spPr>
                <a:xfrm>
                  <a:off x="-46964975" y="2852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1040" y="693"/>
                      </a:lnTo>
                      <a:cubicBezTo>
                        <a:pt x="1260" y="693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F39E11DC-3E37-44BA-9489-993884DFE868}"/>
                </a:ext>
              </a:extLst>
            </p:cNvPr>
            <p:cNvSpPr txBox="1"/>
            <p:nvPr/>
          </p:nvSpPr>
          <p:spPr>
            <a:xfrm>
              <a:off x="2599842" y="5025754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7030A0"/>
                  </a:solidFill>
                  <a:latin typeface="Raleway" pitchFamily="2" charset="0"/>
                </a:rPr>
                <a:t>PRODUCTION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64D3FCD-534B-447B-9ECB-1193D46830E6}"/>
              </a:ext>
            </a:extLst>
          </p:cNvPr>
          <p:cNvGrpSpPr/>
          <p:nvPr/>
        </p:nvGrpSpPr>
        <p:grpSpPr>
          <a:xfrm>
            <a:off x="2234807" y="1792348"/>
            <a:ext cx="1813195" cy="677449"/>
            <a:chOff x="4243435" y="4686406"/>
            <a:chExt cx="2568616" cy="959691"/>
          </a:xfrm>
        </p:grpSpPr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572357B0-EE66-40DD-A335-D06E022D9582}"/>
                </a:ext>
              </a:extLst>
            </p:cNvPr>
            <p:cNvGrpSpPr/>
            <p:nvPr/>
          </p:nvGrpSpPr>
          <p:grpSpPr>
            <a:xfrm>
              <a:off x="5852360" y="4686406"/>
              <a:ext cx="959691" cy="959691"/>
              <a:chOff x="2440340" y="2618079"/>
              <a:chExt cx="959691" cy="959691"/>
            </a:xfrm>
          </p:grpSpPr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ED64AADA-60B3-404E-9C0C-6CB2E35E8995}"/>
                  </a:ext>
                </a:extLst>
              </p:cNvPr>
              <p:cNvSpPr/>
              <p:nvPr/>
            </p:nvSpPr>
            <p:spPr>
              <a:xfrm>
                <a:off x="2440340" y="2618079"/>
                <a:ext cx="959691" cy="959691"/>
              </a:xfrm>
              <a:prstGeom prst="ellipse">
                <a:avLst/>
              </a:prstGeom>
              <a:solidFill>
                <a:srgbClr val="B020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50" name="Google Shape;4442;p59">
                <a:extLst>
                  <a:ext uri="{FF2B5EF4-FFF2-40B4-BE49-F238E27FC236}">
                    <a16:creationId xmlns:a16="http://schemas.microsoft.com/office/drawing/2014/main" id="{003B2EF0-2FB4-4A7D-B744-75F9A4ACFECB}"/>
                  </a:ext>
                </a:extLst>
              </p:cNvPr>
              <p:cNvGrpSpPr/>
              <p:nvPr/>
            </p:nvGrpSpPr>
            <p:grpSpPr>
              <a:xfrm>
                <a:off x="2652067" y="2864629"/>
                <a:ext cx="536237" cy="466590"/>
                <a:chOff x="889275" y="861850"/>
                <a:chExt cx="487950" cy="424575"/>
              </a:xfrm>
              <a:solidFill>
                <a:schemeClr val="bg1"/>
              </a:solidFill>
            </p:grpSpPr>
            <p:sp>
              <p:nvSpPr>
                <p:cNvPr id="51" name="Google Shape;4443;p59">
                  <a:extLst>
                    <a:ext uri="{FF2B5EF4-FFF2-40B4-BE49-F238E27FC236}">
                      <a16:creationId xmlns:a16="http://schemas.microsoft.com/office/drawing/2014/main" id="{F28D4749-EE38-4957-B816-6DBBAE1948DA}"/>
                    </a:ext>
                  </a:extLst>
                </p:cNvPr>
                <p:cNvSpPr/>
                <p:nvPr/>
              </p:nvSpPr>
              <p:spPr>
                <a:xfrm>
                  <a:off x="1319225" y="1031700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9" y="1"/>
                      </a:moveTo>
                      <a:cubicBezTo>
                        <a:pt x="255" y="1"/>
                        <a:pt x="1" y="251"/>
                        <a:pt x="1" y="565"/>
                      </a:cubicBezTo>
                      <a:cubicBezTo>
                        <a:pt x="1" y="879"/>
                        <a:pt x="255" y="1133"/>
                        <a:pt x="569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5" y="879"/>
                        <a:pt x="2265" y="565"/>
                      </a:cubicBezTo>
                      <a:cubicBezTo>
                        <a:pt x="2265" y="251"/>
                        <a:pt x="2012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2" name="Google Shape;4444;p59">
                  <a:extLst>
                    <a:ext uri="{FF2B5EF4-FFF2-40B4-BE49-F238E27FC236}">
                      <a16:creationId xmlns:a16="http://schemas.microsoft.com/office/drawing/2014/main" id="{E6268E12-D89B-4BA4-BE99-C527DEBDF370}"/>
                    </a:ext>
                  </a:extLst>
                </p:cNvPr>
                <p:cNvSpPr/>
                <p:nvPr/>
              </p:nvSpPr>
              <p:spPr>
                <a:xfrm>
                  <a:off x="1314475" y="946725"/>
                  <a:ext cx="62750" cy="5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0" h="2268" extrusionOk="0">
                      <a:moveTo>
                        <a:pt x="1889" y="0"/>
                      </a:moveTo>
                      <a:cubicBezTo>
                        <a:pt x="1744" y="0"/>
                        <a:pt x="1599" y="55"/>
                        <a:pt x="1489" y="166"/>
                      </a:cubicBezTo>
                      <a:lnTo>
                        <a:pt x="357" y="1298"/>
                      </a:lnTo>
                      <a:cubicBezTo>
                        <a:pt x="1" y="1657"/>
                        <a:pt x="251" y="2267"/>
                        <a:pt x="759" y="2267"/>
                      </a:cubicBezTo>
                      <a:cubicBezTo>
                        <a:pt x="906" y="2267"/>
                        <a:pt x="1051" y="2207"/>
                        <a:pt x="1157" y="2101"/>
                      </a:cubicBezTo>
                      <a:lnTo>
                        <a:pt x="2289" y="969"/>
                      </a:lnTo>
                      <a:cubicBezTo>
                        <a:pt x="2510" y="745"/>
                        <a:pt x="2510" y="389"/>
                        <a:pt x="2289" y="166"/>
                      </a:cubicBezTo>
                      <a:cubicBezTo>
                        <a:pt x="2179" y="55"/>
                        <a:pt x="2034" y="0"/>
                        <a:pt x="188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3" name="Google Shape;4445;p59">
                  <a:extLst>
                    <a:ext uri="{FF2B5EF4-FFF2-40B4-BE49-F238E27FC236}">
                      <a16:creationId xmlns:a16="http://schemas.microsoft.com/office/drawing/2014/main" id="{155A8DEA-EFA7-4AF3-BC17-6325273247DA}"/>
                    </a:ext>
                  </a:extLst>
                </p:cNvPr>
                <p:cNvSpPr/>
                <p:nvPr/>
              </p:nvSpPr>
              <p:spPr>
                <a:xfrm>
                  <a:off x="1317875" y="1088250"/>
                  <a:ext cx="59350" cy="5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" h="2267" extrusionOk="0">
                      <a:moveTo>
                        <a:pt x="621" y="1"/>
                      </a:moveTo>
                      <a:cubicBezTo>
                        <a:pt x="476" y="1"/>
                        <a:pt x="331" y="56"/>
                        <a:pt x="221" y="166"/>
                      </a:cubicBezTo>
                      <a:cubicBezTo>
                        <a:pt x="1" y="390"/>
                        <a:pt x="1" y="746"/>
                        <a:pt x="221" y="969"/>
                      </a:cubicBezTo>
                      <a:lnTo>
                        <a:pt x="1353" y="2102"/>
                      </a:lnTo>
                      <a:cubicBezTo>
                        <a:pt x="1463" y="2212"/>
                        <a:pt x="1608" y="2267"/>
                        <a:pt x="1753" y="2267"/>
                      </a:cubicBezTo>
                      <a:cubicBezTo>
                        <a:pt x="1898" y="2267"/>
                        <a:pt x="2043" y="2212"/>
                        <a:pt x="2153" y="2102"/>
                      </a:cubicBezTo>
                      <a:cubicBezTo>
                        <a:pt x="2374" y="1878"/>
                        <a:pt x="2374" y="1522"/>
                        <a:pt x="2153" y="1298"/>
                      </a:cubicBezTo>
                      <a:lnTo>
                        <a:pt x="1021" y="166"/>
                      </a:lnTo>
                      <a:cubicBezTo>
                        <a:pt x="911" y="56"/>
                        <a:pt x="766" y="1"/>
                        <a:pt x="6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4" name="Google Shape;4446;p59">
                  <a:extLst>
                    <a:ext uri="{FF2B5EF4-FFF2-40B4-BE49-F238E27FC236}">
                      <a16:creationId xmlns:a16="http://schemas.microsoft.com/office/drawing/2014/main" id="{EFF757FD-1F34-4365-9880-03A77219D64A}"/>
                    </a:ext>
                  </a:extLst>
                </p:cNvPr>
                <p:cNvSpPr/>
                <p:nvPr/>
              </p:nvSpPr>
              <p:spPr>
                <a:xfrm>
                  <a:off x="889275" y="861850"/>
                  <a:ext cx="400700" cy="42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28" h="16983" extrusionOk="0">
                      <a:moveTo>
                        <a:pt x="4668" y="4530"/>
                      </a:moveTo>
                      <a:lnTo>
                        <a:pt x="4668" y="10191"/>
                      </a:lnTo>
                      <a:lnTo>
                        <a:pt x="4104" y="10191"/>
                      </a:lnTo>
                      <a:cubicBezTo>
                        <a:pt x="2539" y="10191"/>
                        <a:pt x="1271" y="8923"/>
                        <a:pt x="1271" y="7359"/>
                      </a:cubicBezTo>
                      <a:cubicBezTo>
                        <a:pt x="1271" y="5795"/>
                        <a:pt x="2539" y="4530"/>
                        <a:pt x="4104" y="4530"/>
                      </a:cubicBezTo>
                      <a:close/>
                      <a:moveTo>
                        <a:pt x="6972" y="4530"/>
                      </a:moveTo>
                      <a:lnTo>
                        <a:pt x="6972" y="10191"/>
                      </a:lnTo>
                      <a:lnTo>
                        <a:pt x="5800" y="10191"/>
                      </a:lnTo>
                      <a:lnTo>
                        <a:pt x="5800" y="4530"/>
                      </a:lnTo>
                      <a:close/>
                      <a:moveTo>
                        <a:pt x="12633" y="1565"/>
                      </a:moveTo>
                      <a:lnTo>
                        <a:pt x="12633" y="13153"/>
                      </a:lnTo>
                      <a:lnTo>
                        <a:pt x="8104" y="10436"/>
                      </a:lnTo>
                      <a:lnTo>
                        <a:pt x="8104" y="4282"/>
                      </a:lnTo>
                      <a:lnTo>
                        <a:pt x="12633" y="1565"/>
                      </a:lnTo>
                      <a:close/>
                      <a:moveTo>
                        <a:pt x="14330" y="1133"/>
                      </a:moveTo>
                      <a:cubicBezTo>
                        <a:pt x="14644" y="1133"/>
                        <a:pt x="14898" y="1384"/>
                        <a:pt x="14898" y="1698"/>
                      </a:cubicBezTo>
                      <a:lnTo>
                        <a:pt x="14898" y="13021"/>
                      </a:lnTo>
                      <a:cubicBezTo>
                        <a:pt x="14898" y="13335"/>
                        <a:pt x="14644" y="13588"/>
                        <a:pt x="14330" y="13588"/>
                      </a:cubicBezTo>
                      <a:lnTo>
                        <a:pt x="13766" y="13588"/>
                      </a:lnTo>
                      <a:lnTo>
                        <a:pt x="13766" y="1133"/>
                      </a:lnTo>
                      <a:close/>
                      <a:moveTo>
                        <a:pt x="5800" y="11324"/>
                      </a:moveTo>
                      <a:lnTo>
                        <a:pt x="5800" y="15285"/>
                      </a:lnTo>
                      <a:cubicBezTo>
                        <a:pt x="5800" y="15599"/>
                        <a:pt x="5547" y="15850"/>
                        <a:pt x="5236" y="15850"/>
                      </a:cubicBezTo>
                      <a:cubicBezTo>
                        <a:pt x="4922" y="15850"/>
                        <a:pt x="4668" y="15599"/>
                        <a:pt x="4668" y="15285"/>
                      </a:cubicBezTo>
                      <a:lnTo>
                        <a:pt x="4668" y="11324"/>
                      </a:lnTo>
                      <a:close/>
                      <a:moveTo>
                        <a:pt x="13132" y="1"/>
                      </a:moveTo>
                      <a:lnTo>
                        <a:pt x="13098" y="7"/>
                      </a:lnTo>
                      <a:lnTo>
                        <a:pt x="13074" y="10"/>
                      </a:lnTo>
                      <a:cubicBezTo>
                        <a:pt x="13065" y="10"/>
                        <a:pt x="13056" y="16"/>
                        <a:pt x="13047" y="19"/>
                      </a:cubicBezTo>
                      <a:cubicBezTo>
                        <a:pt x="13038" y="22"/>
                        <a:pt x="13029" y="22"/>
                        <a:pt x="13020" y="25"/>
                      </a:cubicBezTo>
                      <a:lnTo>
                        <a:pt x="12996" y="34"/>
                      </a:lnTo>
                      <a:lnTo>
                        <a:pt x="12966" y="46"/>
                      </a:lnTo>
                      <a:lnTo>
                        <a:pt x="12947" y="58"/>
                      </a:lnTo>
                      <a:cubicBezTo>
                        <a:pt x="12935" y="61"/>
                        <a:pt x="12926" y="67"/>
                        <a:pt x="12917" y="73"/>
                      </a:cubicBezTo>
                      <a:lnTo>
                        <a:pt x="12908" y="79"/>
                      </a:lnTo>
                      <a:lnTo>
                        <a:pt x="7380" y="3398"/>
                      </a:lnTo>
                      <a:lnTo>
                        <a:pt x="4104" y="3398"/>
                      </a:lnTo>
                      <a:cubicBezTo>
                        <a:pt x="2023" y="3398"/>
                        <a:pt x="299" y="5001"/>
                        <a:pt x="151" y="7075"/>
                      </a:cubicBezTo>
                      <a:cubicBezTo>
                        <a:pt x="0" y="9150"/>
                        <a:pt x="1480" y="10986"/>
                        <a:pt x="3536" y="11281"/>
                      </a:cubicBezTo>
                      <a:lnTo>
                        <a:pt x="3536" y="15285"/>
                      </a:lnTo>
                      <a:cubicBezTo>
                        <a:pt x="3536" y="16224"/>
                        <a:pt x="4297" y="16982"/>
                        <a:pt x="5236" y="16982"/>
                      </a:cubicBezTo>
                      <a:cubicBezTo>
                        <a:pt x="6172" y="16982"/>
                        <a:pt x="6933" y="16224"/>
                        <a:pt x="6933" y="15285"/>
                      </a:cubicBezTo>
                      <a:lnTo>
                        <a:pt x="6933" y="11324"/>
                      </a:lnTo>
                      <a:lnTo>
                        <a:pt x="7380" y="11324"/>
                      </a:lnTo>
                      <a:lnTo>
                        <a:pt x="12908" y="14639"/>
                      </a:lnTo>
                      <a:cubicBezTo>
                        <a:pt x="12911" y="14642"/>
                        <a:pt x="12914" y="14642"/>
                        <a:pt x="12920" y="14645"/>
                      </a:cubicBezTo>
                      <a:lnTo>
                        <a:pt x="12935" y="14654"/>
                      </a:lnTo>
                      <a:cubicBezTo>
                        <a:pt x="12947" y="14660"/>
                        <a:pt x="12963" y="14666"/>
                        <a:pt x="12975" y="14672"/>
                      </a:cubicBezTo>
                      <a:lnTo>
                        <a:pt x="12984" y="14675"/>
                      </a:lnTo>
                      <a:cubicBezTo>
                        <a:pt x="12996" y="14681"/>
                        <a:pt x="13011" y="14687"/>
                        <a:pt x="13023" y="14690"/>
                      </a:cubicBezTo>
                      <a:lnTo>
                        <a:pt x="13038" y="14696"/>
                      </a:lnTo>
                      <a:cubicBezTo>
                        <a:pt x="13053" y="14699"/>
                        <a:pt x="13068" y="14702"/>
                        <a:pt x="13083" y="14708"/>
                      </a:cubicBezTo>
                      <a:cubicBezTo>
                        <a:pt x="13101" y="14712"/>
                        <a:pt x="13117" y="14715"/>
                        <a:pt x="13135" y="14715"/>
                      </a:cubicBezTo>
                      <a:lnTo>
                        <a:pt x="13144" y="14715"/>
                      </a:lnTo>
                      <a:cubicBezTo>
                        <a:pt x="13162" y="14715"/>
                        <a:pt x="13180" y="14718"/>
                        <a:pt x="13198" y="14718"/>
                      </a:cubicBezTo>
                      <a:lnTo>
                        <a:pt x="14330" y="14718"/>
                      </a:lnTo>
                      <a:cubicBezTo>
                        <a:pt x="15266" y="14718"/>
                        <a:pt x="16027" y="13957"/>
                        <a:pt x="16027" y="13021"/>
                      </a:cubicBezTo>
                      <a:lnTo>
                        <a:pt x="16027" y="1698"/>
                      </a:lnTo>
                      <a:cubicBezTo>
                        <a:pt x="16027" y="759"/>
                        <a:pt x="15266" y="1"/>
                        <a:pt x="143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148" name="ZoneTexte 147">
              <a:extLst>
                <a:ext uri="{FF2B5EF4-FFF2-40B4-BE49-F238E27FC236}">
                  <a16:creationId xmlns:a16="http://schemas.microsoft.com/office/drawing/2014/main" id="{4FF3DB1A-D51C-45AD-BC30-0FC9737993C2}"/>
                </a:ext>
              </a:extLst>
            </p:cNvPr>
            <p:cNvSpPr txBox="1"/>
            <p:nvPr/>
          </p:nvSpPr>
          <p:spPr>
            <a:xfrm>
              <a:off x="4243435" y="4930267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B02091"/>
                  </a:solidFill>
                  <a:latin typeface="Raleway" pitchFamily="2" charset="0"/>
                </a:rPr>
                <a:t>DIFFUSION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877023A-DBA4-4FD8-9914-64207DAD451D}"/>
              </a:ext>
            </a:extLst>
          </p:cNvPr>
          <p:cNvGrpSpPr/>
          <p:nvPr/>
        </p:nvGrpSpPr>
        <p:grpSpPr>
          <a:xfrm>
            <a:off x="4053581" y="1030991"/>
            <a:ext cx="1066380" cy="1089685"/>
            <a:chOff x="7287507" y="4674102"/>
            <a:chExt cx="1510660" cy="1543677"/>
          </a:xfrm>
        </p:grpSpPr>
        <p:grpSp>
          <p:nvGrpSpPr>
            <p:cNvPr id="141" name="Groupe 140">
              <a:extLst>
                <a:ext uri="{FF2B5EF4-FFF2-40B4-BE49-F238E27FC236}">
                  <a16:creationId xmlns:a16="http://schemas.microsoft.com/office/drawing/2014/main" id="{751448F1-AC1C-44C0-A3CD-EA954759DF44}"/>
                </a:ext>
              </a:extLst>
            </p:cNvPr>
            <p:cNvGrpSpPr/>
            <p:nvPr/>
          </p:nvGrpSpPr>
          <p:grpSpPr>
            <a:xfrm>
              <a:off x="7523310" y="4674102"/>
              <a:ext cx="959691" cy="959691"/>
              <a:chOff x="3840602" y="2559094"/>
              <a:chExt cx="959691" cy="959691"/>
            </a:xfrm>
          </p:grpSpPr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827B782E-F177-4ACB-A5FF-BD159E8A459B}"/>
                  </a:ext>
                </a:extLst>
              </p:cNvPr>
              <p:cNvSpPr/>
              <p:nvPr/>
            </p:nvSpPr>
            <p:spPr>
              <a:xfrm>
                <a:off x="3840602" y="2559094"/>
                <a:ext cx="959691" cy="959691"/>
              </a:xfrm>
              <a:prstGeom prst="ellipse">
                <a:avLst/>
              </a:prstGeom>
              <a:solidFill>
                <a:srgbClr val="CA5A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129" name="Google Shape;6562;p64">
                <a:extLst>
                  <a:ext uri="{FF2B5EF4-FFF2-40B4-BE49-F238E27FC236}">
                    <a16:creationId xmlns:a16="http://schemas.microsoft.com/office/drawing/2014/main" id="{160CC79D-B733-4AA2-ACE0-D77F5F9FF2D1}"/>
                  </a:ext>
                </a:extLst>
              </p:cNvPr>
              <p:cNvSpPr/>
              <p:nvPr/>
            </p:nvSpPr>
            <p:spPr>
              <a:xfrm>
                <a:off x="4056306" y="2769821"/>
                <a:ext cx="528283" cy="538237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923" y="694"/>
                    </a:moveTo>
                    <a:cubicBezTo>
                      <a:pt x="6490" y="694"/>
                      <a:pt x="6963" y="1166"/>
                      <a:pt x="6963" y="1765"/>
                    </a:cubicBezTo>
                    <a:cubicBezTo>
                      <a:pt x="6963" y="2332"/>
                      <a:pt x="6490" y="2805"/>
                      <a:pt x="5923" y="2805"/>
                    </a:cubicBezTo>
                    <a:cubicBezTo>
                      <a:pt x="5325" y="2805"/>
                      <a:pt x="4852" y="2332"/>
                      <a:pt x="4852" y="1765"/>
                    </a:cubicBezTo>
                    <a:cubicBezTo>
                      <a:pt x="4852" y="1229"/>
                      <a:pt x="5325" y="694"/>
                      <a:pt x="5923" y="694"/>
                    </a:cubicBezTo>
                    <a:close/>
                    <a:moveTo>
                      <a:pt x="2489" y="3466"/>
                    </a:moveTo>
                    <a:cubicBezTo>
                      <a:pt x="2678" y="3466"/>
                      <a:pt x="2836" y="3624"/>
                      <a:pt x="2836" y="3813"/>
                    </a:cubicBezTo>
                    <a:lnTo>
                      <a:pt x="2836" y="4916"/>
                    </a:lnTo>
                    <a:cubicBezTo>
                      <a:pt x="2678" y="4947"/>
                      <a:pt x="2584" y="5042"/>
                      <a:pt x="2458" y="5168"/>
                    </a:cubicBezTo>
                    <a:cubicBezTo>
                      <a:pt x="2363" y="5231"/>
                      <a:pt x="2300" y="5357"/>
                      <a:pt x="2237" y="5420"/>
                    </a:cubicBezTo>
                    <a:cubicBezTo>
                      <a:pt x="2174" y="5357"/>
                      <a:pt x="2143" y="5262"/>
                      <a:pt x="2143" y="5199"/>
                    </a:cubicBezTo>
                    <a:lnTo>
                      <a:pt x="2143" y="3813"/>
                    </a:lnTo>
                    <a:cubicBezTo>
                      <a:pt x="2143" y="3624"/>
                      <a:pt x="2300" y="3466"/>
                      <a:pt x="2489" y="3466"/>
                    </a:cubicBezTo>
                    <a:close/>
                    <a:moveTo>
                      <a:pt x="9326" y="3466"/>
                    </a:moveTo>
                    <a:cubicBezTo>
                      <a:pt x="9546" y="3466"/>
                      <a:pt x="9704" y="3624"/>
                      <a:pt x="9704" y="3813"/>
                    </a:cubicBezTo>
                    <a:lnTo>
                      <a:pt x="9704" y="5199"/>
                    </a:lnTo>
                    <a:cubicBezTo>
                      <a:pt x="9704" y="5262"/>
                      <a:pt x="9641" y="5357"/>
                      <a:pt x="9578" y="5420"/>
                    </a:cubicBezTo>
                    <a:cubicBezTo>
                      <a:pt x="9546" y="5294"/>
                      <a:pt x="9452" y="5231"/>
                      <a:pt x="9389" y="5168"/>
                    </a:cubicBezTo>
                    <a:cubicBezTo>
                      <a:pt x="9263" y="5042"/>
                      <a:pt x="9137" y="4947"/>
                      <a:pt x="8979" y="4916"/>
                    </a:cubicBezTo>
                    <a:lnTo>
                      <a:pt x="8979" y="3813"/>
                    </a:lnTo>
                    <a:cubicBezTo>
                      <a:pt x="9011" y="3624"/>
                      <a:pt x="9168" y="3466"/>
                      <a:pt x="9326" y="3466"/>
                    </a:cubicBezTo>
                    <a:close/>
                    <a:moveTo>
                      <a:pt x="5923" y="3466"/>
                    </a:moveTo>
                    <a:cubicBezTo>
                      <a:pt x="6900" y="3466"/>
                      <a:pt x="7814" y="4096"/>
                      <a:pt x="8160" y="4947"/>
                    </a:cubicBezTo>
                    <a:cubicBezTo>
                      <a:pt x="8066" y="5010"/>
                      <a:pt x="8003" y="5042"/>
                      <a:pt x="7971" y="5105"/>
                    </a:cubicBezTo>
                    <a:lnTo>
                      <a:pt x="6081" y="6963"/>
                    </a:lnTo>
                    <a:cubicBezTo>
                      <a:pt x="6018" y="6995"/>
                      <a:pt x="5955" y="7089"/>
                      <a:pt x="5923" y="7152"/>
                    </a:cubicBezTo>
                    <a:cubicBezTo>
                      <a:pt x="5860" y="7089"/>
                      <a:pt x="5797" y="7026"/>
                      <a:pt x="5766" y="6963"/>
                    </a:cubicBezTo>
                    <a:lnTo>
                      <a:pt x="3876" y="5105"/>
                    </a:lnTo>
                    <a:cubicBezTo>
                      <a:pt x="3781" y="5042"/>
                      <a:pt x="3750" y="5010"/>
                      <a:pt x="3655" y="4947"/>
                    </a:cubicBezTo>
                    <a:cubicBezTo>
                      <a:pt x="4033" y="4096"/>
                      <a:pt x="4915" y="3466"/>
                      <a:pt x="5923" y="3466"/>
                    </a:cubicBezTo>
                    <a:close/>
                    <a:moveTo>
                      <a:pt x="10744" y="2049"/>
                    </a:moveTo>
                    <a:cubicBezTo>
                      <a:pt x="10964" y="2049"/>
                      <a:pt x="11122" y="2206"/>
                      <a:pt x="11122" y="2395"/>
                    </a:cubicBezTo>
                    <a:lnTo>
                      <a:pt x="11122" y="6144"/>
                    </a:lnTo>
                    <a:lnTo>
                      <a:pt x="11059" y="6144"/>
                    </a:lnTo>
                    <a:cubicBezTo>
                      <a:pt x="11059" y="6333"/>
                      <a:pt x="11027" y="6491"/>
                      <a:pt x="10901" y="6648"/>
                    </a:cubicBezTo>
                    <a:lnTo>
                      <a:pt x="9263" y="9421"/>
                    </a:lnTo>
                    <a:cubicBezTo>
                      <a:pt x="9105" y="9673"/>
                      <a:pt x="9011" y="9956"/>
                      <a:pt x="9011" y="10271"/>
                    </a:cubicBezTo>
                    <a:lnTo>
                      <a:pt x="9011" y="10933"/>
                    </a:lnTo>
                    <a:lnTo>
                      <a:pt x="6270" y="10933"/>
                    </a:lnTo>
                    <a:lnTo>
                      <a:pt x="6270" y="8097"/>
                    </a:lnTo>
                    <a:cubicBezTo>
                      <a:pt x="6270" y="7845"/>
                      <a:pt x="6396" y="7593"/>
                      <a:pt x="6585" y="7404"/>
                    </a:cubicBezTo>
                    <a:lnTo>
                      <a:pt x="8475" y="5546"/>
                    </a:lnTo>
                    <a:cubicBezTo>
                      <a:pt x="8538" y="5483"/>
                      <a:pt x="8625" y="5451"/>
                      <a:pt x="8712" y="5451"/>
                    </a:cubicBezTo>
                    <a:cubicBezTo>
                      <a:pt x="8798" y="5451"/>
                      <a:pt x="8885" y="5483"/>
                      <a:pt x="8948" y="5546"/>
                    </a:cubicBezTo>
                    <a:cubicBezTo>
                      <a:pt x="9074" y="5672"/>
                      <a:pt x="9074" y="5892"/>
                      <a:pt x="8948" y="6018"/>
                    </a:cubicBezTo>
                    <a:lnTo>
                      <a:pt x="7751" y="7215"/>
                    </a:lnTo>
                    <a:cubicBezTo>
                      <a:pt x="7656" y="7310"/>
                      <a:pt x="7656" y="7562"/>
                      <a:pt x="7751" y="7656"/>
                    </a:cubicBezTo>
                    <a:cubicBezTo>
                      <a:pt x="7814" y="7719"/>
                      <a:pt x="7908" y="7751"/>
                      <a:pt x="7999" y="7751"/>
                    </a:cubicBezTo>
                    <a:cubicBezTo>
                      <a:pt x="8089" y="7751"/>
                      <a:pt x="8176" y="7719"/>
                      <a:pt x="8223" y="7656"/>
                    </a:cubicBezTo>
                    <a:lnTo>
                      <a:pt x="10082" y="5829"/>
                    </a:lnTo>
                    <a:cubicBezTo>
                      <a:pt x="10271" y="5609"/>
                      <a:pt x="10397" y="5388"/>
                      <a:pt x="10397" y="5105"/>
                    </a:cubicBezTo>
                    <a:lnTo>
                      <a:pt x="10397" y="2395"/>
                    </a:lnTo>
                    <a:cubicBezTo>
                      <a:pt x="10397" y="2206"/>
                      <a:pt x="10555" y="2049"/>
                      <a:pt x="10744" y="2049"/>
                    </a:cubicBezTo>
                    <a:close/>
                    <a:moveTo>
                      <a:pt x="1103" y="2080"/>
                    </a:moveTo>
                    <a:cubicBezTo>
                      <a:pt x="1292" y="2080"/>
                      <a:pt x="1450" y="2238"/>
                      <a:pt x="1450" y="2427"/>
                    </a:cubicBezTo>
                    <a:lnTo>
                      <a:pt x="1450" y="5168"/>
                    </a:lnTo>
                    <a:cubicBezTo>
                      <a:pt x="1450" y="5420"/>
                      <a:pt x="1576" y="5672"/>
                      <a:pt x="1796" y="5861"/>
                    </a:cubicBezTo>
                    <a:lnTo>
                      <a:pt x="3624" y="7719"/>
                    </a:lnTo>
                    <a:cubicBezTo>
                      <a:pt x="3687" y="7782"/>
                      <a:pt x="3781" y="7814"/>
                      <a:pt x="3872" y="7814"/>
                    </a:cubicBezTo>
                    <a:cubicBezTo>
                      <a:pt x="3962" y="7814"/>
                      <a:pt x="4049" y="7782"/>
                      <a:pt x="4096" y="7719"/>
                    </a:cubicBezTo>
                    <a:cubicBezTo>
                      <a:pt x="4222" y="7593"/>
                      <a:pt x="4222" y="7373"/>
                      <a:pt x="4096" y="7247"/>
                    </a:cubicBezTo>
                    <a:lnTo>
                      <a:pt x="2930" y="6050"/>
                    </a:lnTo>
                    <a:cubicBezTo>
                      <a:pt x="2804" y="5955"/>
                      <a:pt x="2804" y="5703"/>
                      <a:pt x="2930" y="5577"/>
                    </a:cubicBezTo>
                    <a:cubicBezTo>
                      <a:pt x="2978" y="5530"/>
                      <a:pt x="3064" y="5506"/>
                      <a:pt x="3155" y="5506"/>
                    </a:cubicBezTo>
                    <a:cubicBezTo>
                      <a:pt x="3245" y="5506"/>
                      <a:pt x="3340" y="5530"/>
                      <a:pt x="3403" y="5577"/>
                    </a:cubicBezTo>
                    <a:lnTo>
                      <a:pt x="5293" y="7436"/>
                    </a:lnTo>
                    <a:cubicBezTo>
                      <a:pt x="5482" y="7625"/>
                      <a:pt x="5608" y="7877"/>
                      <a:pt x="5608" y="8161"/>
                    </a:cubicBezTo>
                    <a:lnTo>
                      <a:pt x="5608" y="10996"/>
                    </a:lnTo>
                    <a:lnTo>
                      <a:pt x="2836" y="10996"/>
                    </a:lnTo>
                    <a:lnTo>
                      <a:pt x="2836" y="10303"/>
                    </a:lnTo>
                    <a:cubicBezTo>
                      <a:pt x="2804" y="10051"/>
                      <a:pt x="2710" y="9736"/>
                      <a:pt x="2552" y="9452"/>
                    </a:cubicBezTo>
                    <a:lnTo>
                      <a:pt x="914" y="6680"/>
                    </a:lnTo>
                    <a:cubicBezTo>
                      <a:pt x="851" y="6522"/>
                      <a:pt x="757" y="6333"/>
                      <a:pt x="757" y="6176"/>
                    </a:cubicBezTo>
                    <a:lnTo>
                      <a:pt x="757" y="2427"/>
                    </a:lnTo>
                    <a:cubicBezTo>
                      <a:pt x="757" y="2238"/>
                      <a:pt x="914" y="2080"/>
                      <a:pt x="1103" y="2080"/>
                    </a:cubicBezTo>
                    <a:close/>
                    <a:moveTo>
                      <a:pt x="5860" y="1"/>
                    </a:moveTo>
                    <a:cubicBezTo>
                      <a:pt x="4915" y="1"/>
                      <a:pt x="4128" y="788"/>
                      <a:pt x="4128" y="1734"/>
                    </a:cubicBezTo>
                    <a:cubicBezTo>
                      <a:pt x="4128" y="2206"/>
                      <a:pt x="4348" y="2647"/>
                      <a:pt x="4695" y="2994"/>
                    </a:cubicBezTo>
                    <a:cubicBezTo>
                      <a:pt x="4411" y="3120"/>
                      <a:pt x="4191" y="3214"/>
                      <a:pt x="3939" y="3435"/>
                    </a:cubicBezTo>
                    <a:cubicBezTo>
                      <a:pt x="3750" y="3592"/>
                      <a:pt x="3592" y="3750"/>
                      <a:pt x="3435" y="3939"/>
                    </a:cubicBezTo>
                    <a:lnTo>
                      <a:pt x="3435" y="3813"/>
                    </a:lnTo>
                    <a:cubicBezTo>
                      <a:pt x="3435" y="3246"/>
                      <a:pt x="2962" y="2805"/>
                      <a:pt x="2395" y="2805"/>
                    </a:cubicBezTo>
                    <a:cubicBezTo>
                      <a:pt x="2300" y="2805"/>
                      <a:pt x="2174" y="2836"/>
                      <a:pt x="2048" y="2836"/>
                    </a:cubicBezTo>
                    <a:lnTo>
                      <a:pt x="2048" y="2427"/>
                    </a:lnTo>
                    <a:cubicBezTo>
                      <a:pt x="2048" y="1891"/>
                      <a:pt x="1576" y="1418"/>
                      <a:pt x="1040" y="1418"/>
                    </a:cubicBezTo>
                    <a:cubicBezTo>
                      <a:pt x="473" y="1418"/>
                      <a:pt x="0" y="1891"/>
                      <a:pt x="0" y="2427"/>
                    </a:cubicBezTo>
                    <a:lnTo>
                      <a:pt x="0" y="6176"/>
                    </a:lnTo>
                    <a:cubicBezTo>
                      <a:pt x="0" y="6491"/>
                      <a:pt x="95" y="6806"/>
                      <a:pt x="253" y="7026"/>
                    </a:cubicBezTo>
                    <a:lnTo>
                      <a:pt x="1891" y="9799"/>
                    </a:lnTo>
                    <a:cubicBezTo>
                      <a:pt x="1985" y="9956"/>
                      <a:pt x="2048" y="10145"/>
                      <a:pt x="2048" y="10303"/>
                    </a:cubicBezTo>
                    <a:lnTo>
                      <a:pt x="2048" y="11342"/>
                    </a:lnTo>
                    <a:cubicBezTo>
                      <a:pt x="2048" y="11532"/>
                      <a:pt x="2206" y="11689"/>
                      <a:pt x="2395" y="11689"/>
                    </a:cubicBezTo>
                    <a:lnTo>
                      <a:pt x="9294" y="11689"/>
                    </a:lnTo>
                    <a:cubicBezTo>
                      <a:pt x="9483" y="11689"/>
                      <a:pt x="9641" y="11532"/>
                      <a:pt x="9641" y="11342"/>
                    </a:cubicBezTo>
                    <a:lnTo>
                      <a:pt x="9641" y="10303"/>
                    </a:lnTo>
                    <a:cubicBezTo>
                      <a:pt x="9641" y="10114"/>
                      <a:pt x="9704" y="9956"/>
                      <a:pt x="9799" y="9799"/>
                    </a:cubicBezTo>
                    <a:lnTo>
                      <a:pt x="11468" y="7026"/>
                    </a:lnTo>
                    <a:cubicBezTo>
                      <a:pt x="11626" y="6774"/>
                      <a:pt x="11689" y="6491"/>
                      <a:pt x="11689" y="6176"/>
                    </a:cubicBezTo>
                    <a:lnTo>
                      <a:pt x="11689" y="2427"/>
                    </a:lnTo>
                    <a:cubicBezTo>
                      <a:pt x="11752" y="1891"/>
                      <a:pt x="11279" y="1418"/>
                      <a:pt x="10712" y="1418"/>
                    </a:cubicBezTo>
                    <a:cubicBezTo>
                      <a:pt x="10177" y="1418"/>
                      <a:pt x="9704" y="1891"/>
                      <a:pt x="9704" y="2427"/>
                    </a:cubicBezTo>
                    <a:lnTo>
                      <a:pt x="9704" y="2836"/>
                    </a:lnTo>
                    <a:cubicBezTo>
                      <a:pt x="9578" y="2805"/>
                      <a:pt x="9452" y="2805"/>
                      <a:pt x="9326" y="2805"/>
                    </a:cubicBezTo>
                    <a:cubicBezTo>
                      <a:pt x="8790" y="2805"/>
                      <a:pt x="8318" y="3246"/>
                      <a:pt x="8318" y="3813"/>
                    </a:cubicBezTo>
                    <a:lnTo>
                      <a:pt x="8318" y="3939"/>
                    </a:lnTo>
                    <a:cubicBezTo>
                      <a:pt x="8160" y="3750"/>
                      <a:pt x="8003" y="3592"/>
                      <a:pt x="7814" y="3435"/>
                    </a:cubicBezTo>
                    <a:cubicBezTo>
                      <a:pt x="7562" y="3246"/>
                      <a:pt x="7341" y="3088"/>
                      <a:pt x="7058" y="2994"/>
                    </a:cubicBezTo>
                    <a:cubicBezTo>
                      <a:pt x="7404" y="2647"/>
                      <a:pt x="7593" y="2206"/>
                      <a:pt x="7593" y="1734"/>
                    </a:cubicBezTo>
                    <a:cubicBezTo>
                      <a:pt x="7593" y="788"/>
                      <a:pt x="6806" y="1"/>
                      <a:pt x="586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/>
              </a:p>
            </p:txBody>
          </p:sp>
        </p:grpSp>
        <p:sp>
          <p:nvSpPr>
            <p:cNvPr id="149" name="ZoneTexte 148">
              <a:extLst>
                <a:ext uri="{FF2B5EF4-FFF2-40B4-BE49-F238E27FC236}">
                  <a16:creationId xmlns:a16="http://schemas.microsoft.com/office/drawing/2014/main" id="{C50D3598-E47D-4076-BA35-CE2D78A25200}"/>
                </a:ext>
              </a:extLst>
            </p:cNvPr>
            <p:cNvSpPr txBox="1"/>
            <p:nvPr/>
          </p:nvSpPr>
          <p:spPr>
            <a:xfrm>
              <a:off x="7287507" y="5733814"/>
              <a:ext cx="1510660" cy="4839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CA5A38"/>
                  </a:solidFill>
                  <a:latin typeface="Raleway" pitchFamily="2" charset="0"/>
                </a:rPr>
                <a:t>ADOPTION et IMPACT</a:t>
              </a:r>
            </a:p>
          </p:txBody>
        </p:sp>
      </p:grpSp>
      <p:sp>
        <p:nvSpPr>
          <p:cNvPr id="158" name="Flèche : courbe vers le bas 157">
            <a:extLst>
              <a:ext uri="{FF2B5EF4-FFF2-40B4-BE49-F238E27FC236}">
                <a16:creationId xmlns:a16="http://schemas.microsoft.com/office/drawing/2014/main" id="{BB8E3A8C-6D53-4339-9069-9A373507BF09}"/>
              </a:ext>
            </a:extLst>
          </p:cNvPr>
          <p:cNvSpPr/>
          <p:nvPr/>
        </p:nvSpPr>
        <p:spPr>
          <a:xfrm rot="7444099">
            <a:off x="7440994" y="4959510"/>
            <a:ext cx="1389798" cy="335339"/>
          </a:xfrm>
          <a:prstGeom prst="curvedDownArrow">
            <a:avLst/>
          </a:prstGeom>
          <a:solidFill>
            <a:srgbClr val="346A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sp>
        <p:nvSpPr>
          <p:cNvPr id="159" name="Flèche : courbe vers le bas 158">
            <a:extLst>
              <a:ext uri="{FF2B5EF4-FFF2-40B4-BE49-F238E27FC236}">
                <a16:creationId xmlns:a16="http://schemas.microsoft.com/office/drawing/2014/main" id="{D89069A7-E3FC-462A-BB95-3FD2F73ED766}"/>
              </a:ext>
            </a:extLst>
          </p:cNvPr>
          <p:cNvSpPr/>
          <p:nvPr/>
        </p:nvSpPr>
        <p:spPr>
          <a:xfrm rot="18475608">
            <a:off x="6331149" y="4201708"/>
            <a:ext cx="1389798" cy="335339"/>
          </a:xfrm>
          <a:prstGeom prst="curved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50">
              <a:solidFill>
                <a:schemeClr val="tx1"/>
              </a:solidFill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3013038-8C19-48BD-931B-3657CB0CB1D4}"/>
              </a:ext>
            </a:extLst>
          </p:cNvPr>
          <p:cNvGrpSpPr/>
          <p:nvPr/>
        </p:nvGrpSpPr>
        <p:grpSpPr>
          <a:xfrm>
            <a:off x="5543093" y="5427577"/>
            <a:ext cx="1348246" cy="911769"/>
            <a:chOff x="2330855" y="2846120"/>
            <a:chExt cx="1909958" cy="1291636"/>
          </a:xfrm>
        </p:grpSpPr>
        <p:grpSp>
          <p:nvGrpSpPr>
            <p:cNvPr id="182" name="Groupe 181">
              <a:extLst>
                <a:ext uri="{FF2B5EF4-FFF2-40B4-BE49-F238E27FC236}">
                  <a16:creationId xmlns:a16="http://schemas.microsoft.com/office/drawing/2014/main" id="{33315B58-960E-4D83-A8B7-337683A323D0}"/>
                </a:ext>
              </a:extLst>
            </p:cNvPr>
            <p:cNvGrpSpPr/>
            <p:nvPr/>
          </p:nvGrpSpPr>
          <p:grpSpPr>
            <a:xfrm>
              <a:off x="2805989" y="2846120"/>
              <a:ext cx="959691" cy="959691"/>
              <a:chOff x="2707610" y="2825299"/>
              <a:chExt cx="959691" cy="959691"/>
            </a:xfrm>
          </p:grpSpPr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61449F36-7C70-42F2-B52E-3F50398C712B}"/>
                  </a:ext>
                </a:extLst>
              </p:cNvPr>
              <p:cNvSpPr/>
              <p:nvPr/>
            </p:nvSpPr>
            <p:spPr>
              <a:xfrm>
                <a:off x="2707610" y="2825299"/>
                <a:ext cx="959691" cy="959691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168" name="Google Shape;6529;p64">
                <a:extLst>
                  <a:ext uri="{FF2B5EF4-FFF2-40B4-BE49-F238E27FC236}">
                    <a16:creationId xmlns:a16="http://schemas.microsoft.com/office/drawing/2014/main" id="{BF82FBA0-BBDD-4055-80A9-523D63DF4900}"/>
                  </a:ext>
                </a:extLst>
              </p:cNvPr>
              <p:cNvGrpSpPr/>
              <p:nvPr/>
            </p:nvGrpSpPr>
            <p:grpSpPr>
              <a:xfrm>
                <a:off x="2935685" y="3062264"/>
                <a:ext cx="503540" cy="485760"/>
                <a:chOff x="-32243500" y="2299850"/>
                <a:chExt cx="300900" cy="290275"/>
              </a:xfrm>
              <a:solidFill>
                <a:schemeClr val="bg1"/>
              </a:solidFill>
            </p:grpSpPr>
            <p:sp>
              <p:nvSpPr>
                <p:cNvPr id="169" name="Google Shape;6530;p64">
                  <a:extLst>
                    <a:ext uri="{FF2B5EF4-FFF2-40B4-BE49-F238E27FC236}">
                      <a16:creationId xmlns:a16="http://schemas.microsoft.com/office/drawing/2014/main" id="{86B6954F-9B52-4D0B-83E7-EA7D805F9D0D}"/>
                    </a:ext>
                  </a:extLst>
                </p:cNvPr>
                <p:cNvSpPr/>
                <p:nvPr/>
              </p:nvSpPr>
              <p:spPr>
                <a:xfrm>
                  <a:off x="-32243500" y="2299850"/>
                  <a:ext cx="300900" cy="29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6" h="11611" extrusionOk="0">
                      <a:moveTo>
                        <a:pt x="7955" y="654"/>
                      </a:moveTo>
                      <a:cubicBezTo>
                        <a:pt x="8743" y="654"/>
                        <a:pt x="9531" y="946"/>
                        <a:pt x="10114" y="1529"/>
                      </a:cubicBezTo>
                      <a:cubicBezTo>
                        <a:pt x="11311" y="2726"/>
                        <a:pt x="11311" y="4679"/>
                        <a:pt x="10114" y="5876"/>
                      </a:cubicBezTo>
                      <a:cubicBezTo>
                        <a:pt x="9540" y="6450"/>
                        <a:pt x="8752" y="6766"/>
                        <a:pt x="7951" y="6766"/>
                      </a:cubicBezTo>
                      <a:cubicBezTo>
                        <a:pt x="7565" y="6766"/>
                        <a:pt x="7175" y="6692"/>
                        <a:pt x="6806" y="6538"/>
                      </a:cubicBezTo>
                      <a:cubicBezTo>
                        <a:pt x="6759" y="6526"/>
                        <a:pt x="6709" y="6519"/>
                        <a:pt x="6661" y="6519"/>
                      </a:cubicBezTo>
                      <a:cubicBezTo>
                        <a:pt x="6577" y="6519"/>
                        <a:pt x="6499" y="6541"/>
                        <a:pt x="6459" y="6601"/>
                      </a:cubicBezTo>
                      <a:lnTo>
                        <a:pt x="5545" y="7514"/>
                      </a:lnTo>
                      <a:lnTo>
                        <a:pt x="4726" y="7514"/>
                      </a:lnTo>
                      <a:cubicBezTo>
                        <a:pt x="4537" y="7514"/>
                        <a:pt x="4380" y="7672"/>
                        <a:pt x="4380" y="7861"/>
                      </a:cubicBezTo>
                      <a:lnTo>
                        <a:pt x="4380" y="8460"/>
                      </a:lnTo>
                      <a:lnTo>
                        <a:pt x="3907" y="8428"/>
                      </a:lnTo>
                      <a:cubicBezTo>
                        <a:pt x="3813" y="8428"/>
                        <a:pt x="3687" y="8428"/>
                        <a:pt x="3655" y="8491"/>
                      </a:cubicBezTo>
                      <a:cubicBezTo>
                        <a:pt x="3592" y="8554"/>
                        <a:pt x="3529" y="8649"/>
                        <a:pt x="3529" y="8743"/>
                      </a:cubicBezTo>
                      <a:lnTo>
                        <a:pt x="3466" y="9531"/>
                      </a:lnTo>
                      <a:lnTo>
                        <a:pt x="2678" y="9594"/>
                      </a:lnTo>
                      <a:cubicBezTo>
                        <a:pt x="2584" y="9594"/>
                        <a:pt x="2521" y="9657"/>
                        <a:pt x="2426" y="9720"/>
                      </a:cubicBezTo>
                      <a:cubicBezTo>
                        <a:pt x="2395" y="9814"/>
                        <a:pt x="2363" y="9877"/>
                        <a:pt x="2363" y="9972"/>
                      </a:cubicBezTo>
                      <a:lnTo>
                        <a:pt x="2426" y="10665"/>
                      </a:lnTo>
                      <a:lnTo>
                        <a:pt x="2174" y="10949"/>
                      </a:lnTo>
                      <a:lnTo>
                        <a:pt x="694" y="10949"/>
                      </a:lnTo>
                      <a:lnTo>
                        <a:pt x="694" y="9499"/>
                      </a:lnTo>
                      <a:lnTo>
                        <a:pt x="757" y="9499"/>
                      </a:lnTo>
                      <a:lnTo>
                        <a:pt x="5041" y="5215"/>
                      </a:lnTo>
                      <a:cubicBezTo>
                        <a:pt x="5104" y="5120"/>
                        <a:pt x="5167" y="4963"/>
                        <a:pt x="5104" y="4837"/>
                      </a:cubicBezTo>
                      <a:cubicBezTo>
                        <a:pt x="4695" y="3702"/>
                        <a:pt x="4947" y="2411"/>
                        <a:pt x="5797" y="1529"/>
                      </a:cubicBezTo>
                      <a:cubicBezTo>
                        <a:pt x="6380" y="946"/>
                        <a:pt x="7168" y="654"/>
                        <a:pt x="7955" y="654"/>
                      </a:cubicBezTo>
                      <a:close/>
                      <a:moveTo>
                        <a:pt x="7936" y="1"/>
                      </a:moveTo>
                      <a:cubicBezTo>
                        <a:pt x="6971" y="1"/>
                        <a:pt x="6002" y="363"/>
                        <a:pt x="5262" y="1088"/>
                      </a:cubicBezTo>
                      <a:cubicBezTo>
                        <a:pt x="4285" y="2096"/>
                        <a:pt x="3939" y="3576"/>
                        <a:pt x="4380" y="4931"/>
                      </a:cubicBezTo>
                      <a:lnTo>
                        <a:pt x="126" y="9184"/>
                      </a:lnTo>
                      <a:cubicBezTo>
                        <a:pt x="32" y="9247"/>
                        <a:pt x="0" y="9342"/>
                        <a:pt x="0" y="9405"/>
                      </a:cubicBezTo>
                      <a:lnTo>
                        <a:pt x="0" y="11358"/>
                      </a:lnTo>
                      <a:cubicBezTo>
                        <a:pt x="32" y="11453"/>
                        <a:pt x="189" y="11610"/>
                        <a:pt x="379" y="11610"/>
                      </a:cubicBezTo>
                      <a:lnTo>
                        <a:pt x="2332" y="11610"/>
                      </a:lnTo>
                      <a:cubicBezTo>
                        <a:pt x="2395" y="11610"/>
                        <a:pt x="2521" y="11579"/>
                        <a:pt x="2552" y="11516"/>
                      </a:cubicBezTo>
                      <a:lnTo>
                        <a:pt x="3025" y="11043"/>
                      </a:lnTo>
                      <a:cubicBezTo>
                        <a:pt x="3119" y="10949"/>
                        <a:pt x="3151" y="10823"/>
                        <a:pt x="3119" y="10759"/>
                      </a:cubicBezTo>
                      <a:lnTo>
                        <a:pt x="3025" y="10255"/>
                      </a:lnTo>
                      <a:lnTo>
                        <a:pt x="3750" y="10161"/>
                      </a:lnTo>
                      <a:cubicBezTo>
                        <a:pt x="3907" y="10161"/>
                        <a:pt x="4002" y="10003"/>
                        <a:pt x="4065" y="9846"/>
                      </a:cubicBezTo>
                      <a:lnTo>
                        <a:pt x="4128" y="9153"/>
                      </a:lnTo>
                      <a:lnTo>
                        <a:pt x="4663" y="9216"/>
                      </a:lnTo>
                      <a:cubicBezTo>
                        <a:pt x="4726" y="9216"/>
                        <a:pt x="4852" y="9216"/>
                        <a:pt x="4915" y="9153"/>
                      </a:cubicBezTo>
                      <a:cubicBezTo>
                        <a:pt x="5010" y="9058"/>
                        <a:pt x="5041" y="8995"/>
                        <a:pt x="5041" y="8901"/>
                      </a:cubicBezTo>
                      <a:lnTo>
                        <a:pt x="5041" y="8271"/>
                      </a:lnTo>
                      <a:lnTo>
                        <a:pt x="5671" y="8271"/>
                      </a:lnTo>
                      <a:cubicBezTo>
                        <a:pt x="5734" y="8271"/>
                        <a:pt x="5829" y="8239"/>
                        <a:pt x="5892" y="8145"/>
                      </a:cubicBezTo>
                      <a:lnTo>
                        <a:pt x="6774" y="7325"/>
                      </a:lnTo>
                      <a:cubicBezTo>
                        <a:pt x="7153" y="7452"/>
                        <a:pt x="7548" y="7514"/>
                        <a:pt x="7941" y="7514"/>
                      </a:cubicBezTo>
                      <a:cubicBezTo>
                        <a:pt x="8920" y="7514"/>
                        <a:pt x="9889" y="7131"/>
                        <a:pt x="10586" y="6412"/>
                      </a:cubicBezTo>
                      <a:cubicBezTo>
                        <a:pt x="12035" y="4963"/>
                        <a:pt x="12035" y="2568"/>
                        <a:pt x="10586" y="1088"/>
                      </a:cubicBezTo>
                      <a:cubicBezTo>
                        <a:pt x="9862" y="363"/>
                        <a:pt x="8901" y="1"/>
                        <a:pt x="79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170" name="Google Shape;6531;p64">
                  <a:extLst>
                    <a:ext uri="{FF2B5EF4-FFF2-40B4-BE49-F238E27FC236}">
                      <a16:creationId xmlns:a16="http://schemas.microsoft.com/office/drawing/2014/main" id="{1B34206D-05FC-40A9-9325-C731A923C4B7}"/>
                    </a:ext>
                  </a:extLst>
                </p:cNvPr>
                <p:cNvSpPr/>
                <p:nvPr/>
              </p:nvSpPr>
              <p:spPr>
                <a:xfrm>
                  <a:off x="-32048175" y="2342775"/>
                  <a:ext cx="55950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41" extrusionOk="0">
                      <a:moveTo>
                        <a:pt x="1119" y="662"/>
                      </a:moveTo>
                      <a:cubicBezTo>
                        <a:pt x="1206" y="662"/>
                        <a:pt x="1292" y="694"/>
                        <a:pt x="1355" y="757"/>
                      </a:cubicBezTo>
                      <a:cubicBezTo>
                        <a:pt x="1481" y="883"/>
                        <a:pt x="1481" y="1135"/>
                        <a:pt x="1355" y="1229"/>
                      </a:cubicBezTo>
                      <a:cubicBezTo>
                        <a:pt x="1292" y="1292"/>
                        <a:pt x="1206" y="1324"/>
                        <a:pt x="1119" y="1324"/>
                      </a:cubicBezTo>
                      <a:cubicBezTo>
                        <a:pt x="1032" y="1324"/>
                        <a:pt x="946" y="1292"/>
                        <a:pt x="883" y="1229"/>
                      </a:cubicBezTo>
                      <a:cubicBezTo>
                        <a:pt x="725" y="1135"/>
                        <a:pt x="725" y="914"/>
                        <a:pt x="883" y="757"/>
                      </a:cubicBezTo>
                      <a:cubicBezTo>
                        <a:pt x="946" y="694"/>
                        <a:pt x="1032" y="662"/>
                        <a:pt x="1119" y="662"/>
                      </a:cubicBezTo>
                      <a:close/>
                      <a:moveTo>
                        <a:pt x="1115" y="1"/>
                      </a:moveTo>
                      <a:cubicBezTo>
                        <a:pt x="851" y="1"/>
                        <a:pt x="584" y="95"/>
                        <a:pt x="379" y="284"/>
                      </a:cubicBezTo>
                      <a:cubicBezTo>
                        <a:pt x="1" y="694"/>
                        <a:pt x="1" y="1355"/>
                        <a:pt x="379" y="1733"/>
                      </a:cubicBezTo>
                      <a:cubicBezTo>
                        <a:pt x="599" y="1938"/>
                        <a:pt x="867" y="2041"/>
                        <a:pt x="1127" y="2041"/>
                      </a:cubicBezTo>
                      <a:cubicBezTo>
                        <a:pt x="1387" y="2041"/>
                        <a:pt x="1639" y="1938"/>
                        <a:pt x="1828" y="1733"/>
                      </a:cubicBezTo>
                      <a:cubicBezTo>
                        <a:pt x="2238" y="1355"/>
                        <a:pt x="2238" y="694"/>
                        <a:pt x="1828" y="284"/>
                      </a:cubicBezTo>
                      <a:cubicBezTo>
                        <a:pt x="1639" y="95"/>
                        <a:pt x="1379" y="1"/>
                        <a:pt x="11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179" name="ZoneTexte 178">
              <a:extLst>
                <a:ext uri="{FF2B5EF4-FFF2-40B4-BE49-F238E27FC236}">
                  <a16:creationId xmlns:a16="http://schemas.microsoft.com/office/drawing/2014/main" id="{68110212-A85E-48FA-998A-DF7761CF35D0}"/>
                </a:ext>
              </a:extLst>
            </p:cNvPr>
            <p:cNvSpPr txBox="1"/>
            <p:nvPr/>
          </p:nvSpPr>
          <p:spPr>
            <a:xfrm>
              <a:off x="2330855" y="3830374"/>
              <a:ext cx="1909958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00B0F0"/>
                  </a:solidFill>
                  <a:latin typeface="Raleway" pitchFamily="2" charset="0"/>
                </a:rPr>
                <a:t>DÉCOUVERTE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60B6A85-FF86-4BB9-9564-2F7B9DC9B839}"/>
              </a:ext>
            </a:extLst>
          </p:cNvPr>
          <p:cNvGrpSpPr/>
          <p:nvPr/>
        </p:nvGrpSpPr>
        <p:grpSpPr>
          <a:xfrm>
            <a:off x="2161288" y="3971396"/>
            <a:ext cx="1620017" cy="677448"/>
            <a:chOff x="1175197" y="4667671"/>
            <a:chExt cx="2294956" cy="959691"/>
          </a:xfrm>
        </p:grpSpPr>
        <p:grpSp>
          <p:nvGrpSpPr>
            <p:cNvPr id="206" name="Groupe 205">
              <a:extLst>
                <a:ext uri="{FF2B5EF4-FFF2-40B4-BE49-F238E27FC236}">
                  <a16:creationId xmlns:a16="http://schemas.microsoft.com/office/drawing/2014/main" id="{37929D07-7A76-4A9C-A972-1A93706BB1F4}"/>
                </a:ext>
              </a:extLst>
            </p:cNvPr>
            <p:cNvGrpSpPr/>
            <p:nvPr/>
          </p:nvGrpSpPr>
          <p:grpSpPr>
            <a:xfrm>
              <a:off x="2510462" y="4667671"/>
              <a:ext cx="959691" cy="959691"/>
              <a:chOff x="2309345" y="4667671"/>
              <a:chExt cx="959691" cy="959691"/>
            </a:xfrm>
          </p:grpSpPr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67F0BFBA-96E8-4C0C-BB55-A255AC38643D}"/>
                  </a:ext>
                </a:extLst>
              </p:cNvPr>
              <p:cNvSpPr/>
              <p:nvPr/>
            </p:nvSpPr>
            <p:spPr>
              <a:xfrm>
                <a:off x="2309345" y="4667671"/>
                <a:ext cx="959691" cy="959691"/>
              </a:xfrm>
              <a:prstGeom prst="ellipse">
                <a:avLst/>
              </a:prstGeom>
              <a:solidFill>
                <a:srgbClr val="471A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 u="sng"/>
              </a:p>
            </p:txBody>
          </p:sp>
          <p:grpSp>
            <p:nvGrpSpPr>
              <p:cNvPr id="199" name="Google Shape;6643;p64">
                <a:extLst>
                  <a:ext uri="{FF2B5EF4-FFF2-40B4-BE49-F238E27FC236}">
                    <a16:creationId xmlns:a16="http://schemas.microsoft.com/office/drawing/2014/main" id="{AEA46149-8E29-443D-8ACC-384B1DFD38FD}"/>
                  </a:ext>
                </a:extLst>
              </p:cNvPr>
              <p:cNvGrpSpPr/>
              <p:nvPr/>
            </p:nvGrpSpPr>
            <p:grpSpPr>
              <a:xfrm>
                <a:off x="2594536" y="4896589"/>
                <a:ext cx="508577" cy="501855"/>
                <a:chOff x="-34418125" y="2271100"/>
                <a:chExt cx="296950" cy="293025"/>
              </a:xfrm>
              <a:solidFill>
                <a:schemeClr val="bg1"/>
              </a:solidFill>
            </p:grpSpPr>
            <p:sp>
              <p:nvSpPr>
                <p:cNvPr id="200" name="Google Shape;6644;p64">
                  <a:extLst>
                    <a:ext uri="{FF2B5EF4-FFF2-40B4-BE49-F238E27FC236}">
                      <a16:creationId xmlns:a16="http://schemas.microsoft.com/office/drawing/2014/main" id="{06533B57-33F6-4499-8603-C884B3D1FB1D}"/>
                    </a:ext>
                  </a:extLst>
                </p:cNvPr>
                <p:cNvSpPr/>
                <p:nvPr/>
              </p:nvSpPr>
              <p:spPr>
                <a:xfrm>
                  <a:off x="-34418125" y="2271100"/>
                  <a:ext cx="2969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721" extrusionOk="0">
                      <a:moveTo>
                        <a:pt x="6207" y="1229"/>
                      </a:moveTo>
                      <a:lnTo>
                        <a:pt x="7089" y="2080"/>
                      </a:lnTo>
                      <a:lnTo>
                        <a:pt x="6207" y="2080"/>
                      </a:lnTo>
                      <a:lnTo>
                        <a:pt x="6207" y="1229"/>
                      </a:lnTo>
                      <a:close/>
                      <a:moveTo>
                        <a:pt x="7561" y="9074"/>
                      </a:moveTo>
                      <a:lnTo>
                        <a:pt x="7561" y="10366"/>
                      </a:lnTo>
                      <a:lnTo>
                        <a:pt x="6238" y="10366"/>
                      </a:lnTo>
                      <a:lnTo>
                        <a:pt x="7561" y="9074"/>
                      </a:lnTo>
                      <a:close/>
                      <a:moveTo>
                        <a:pt x="5514" y="725"/>
                      </a:moveTo>
                      <a:lnTo>
                        <a:pt x="5514" y="2427"/>
                      </a:lnTo>
                      <a:cubicBezTo>
                        <a:pt x="5514" y="2616"/>
                        <a:pt x="5671" y="2773"/>
                        <a:pt x="5860" y="2773"/>
                      </a:cubicBezTo>
                      <a:lnTo>
                        <a:pt x="7561" y="2773"/>
                      </a:lnTo>
                      <a:lnTo>
                        <a:pt x="7561" y="4222"/>
                      </a:lnTo>
                      <a:cubicBezTo>
                        <a:pt x="6837" y="4947"/>
                        <a:pt x="6742" y="5924"/>
                        <a:pt x="6994" y="6711"/>
                      </a:cubicBezTo>
                      <a:lnTo>
                        <a:pt x="4726" y="8980"/>
                      </a:lnTo>
                      <a:lnTo>
                        <a:pt x="1670" y="8980"/>
                      </a:lnTo>
                      <a:cubicBezTo>
                        <a:pt x="1481" y="8980"/>
                        <a:pt x="1323" y="9137"/>
                        <a:pt x="1323" y="9358"/>
                      </a:cubicBezTo>
                      <a:cubicBezTo>
                        <a:pt x="1323" y="9547"/>
                        <a:pt x="1481" y="9704"/>
                        <a:pt x="1670" y="9704"/>
                      </a:cubicBezTo>
                      <a:lnTo>
                        <a:pt x="4033" y="9704"/>
                      </a:lnTo>
                      <a:lnTo>
                        <a:pt x="3718" y="10019"/>
                      </a:lnTo>
                      <a:cubicBezTo>
                        <a:pt x="3623" y="10145"/>
                        <a:pt x="3529" y="10240"/>
                        <a:pt x="3497" y="10397"/>
                      </a:cubicBezTo>
                      <a:lnTo>
                        <a:pt x="662" y="10397"/>
                      </a:lnTo>
                      <a:lnTo>
                        <a:pt x="662" y="725"/>
                      </a:lnTo>
                      <a:close/>
                      <a:moveTo>
                        <a:pt x="9295" y="4211"/>
                      </a:moveTo>
                      <a:cubicBezTo>
                        <a:pt x="9367" y="4211"/>
                        <a:pt x="9441" y="4215"/>
                        <a:pt x="9515" y="4222"/>
                      </a:cubicBezTo>
                      <a:lnTo>
                        <a:pt x="9042" y="4695"/>
                      </a:lnTo>
                      <a:cubicBezTo>
                        <a:pt x="8664" y="5073"/>
                        <a:pt x="8664" y="5766"/>
                        <a:pt x="9042" y="6144"/>
                      </a:cubicBezTo>
                      <a:cubicBezTo>
                        <a:pt x="9247" y="6349"/>
                        <a:pt x="9515" y="6451"/>
                        <a:pt x="9779" y="6451"/>
                      </a:cubicBezTo>
                      <a:cubicBezTo>
                        <a:pt x="10042" y="6451"/>
                        <a:pt x="10302" y="6349"/>
                        <a:pt x="10491" y="6144"/>
                      </a:cubicBezTo>
                      <a:lnTo>
                        <a:pt x="10964" y="5672"/>
                      </a:lnTo>
                      <a:lnTo>
                        <a:pt x="10964" y="5672"/>
                      </a:lnTo>
                      <a:cubicBezTo>
                        <a:pt x="11058" y="6239"/>
                        <a:pt x="10869" y="6743"/>
                        <a:pt x="10491" y="7089"/>
                      </a:cubicBezTo>
                      <a:cubicBezTo>
                        <a:pt x="10183" y="7418"/>
                        <a:pt x="9741" y="7626"/>
                        <a:pt x="9278" y="7626"/>
                      </a:cubicBezTo>
                      <a:cubicBezTo>
                        <a:pt x="9031" y="7626"/>
                        <a:pt x="8779" y="7567"/>
                        <a:pt x="8538" y="7436"/>
                      </a:cubicBezTo>
                      <a:cubicBezTo>
                        <a:pt x="8496" y="7415"/>
                        <a:pt x="8451" y="7404"/>
                        <a:pt x="8404" y="7404"/>
                      </a:cubicBezTo>
                      <a:cubicBezTo>
                        <a:pt x="8311" y="7404"/>
                        <a:pt x="8213" y="7446"/>
                        <a:pt x="8129" y="7530"/>
                      </a:cubicBezTo>
                      <a:lnTo>
                        <a:pt x="4726" y="10964"/>
                      </a:lnTo>
                      <a:cubicBezTo>
                        <a:pt x="4663" y="11012"/>
                        <a:pt x="4568" y="11035"/>
                        <a:pt x="4478" y="11035"/>
                      </a:cubicBezTo>
                      <a:cubicBezTo>
                        <a:pt x="4387" y="11035"/>
                        <a:pt x="4301" y="11012"/>
                        <a:pt x="4253" y="10964"/>
                      </a:cubicBezTo>
                      <a:cubicBezTo>
                        <a:pt x="4127" y="10838"/>
                        <a:pt x="4127" y="10586"/>
                        <a:pt x="4253" y="10492"/>
                      </a:cubicBezTo>
                      <a:lnTo>
                        <a:pt x="7656" y="7058"/>
                      </a:lnTo>
                      <a:cubicBezTo>
                        <a:pt x="7782" y="6932"/>
                        <a:pt x="7782" y="6774"/>
                        <a:pt x="7750" y="6648"/>
                      </a:cubicBezTo>
                      <a:cubicBezTo>
                        <a:pt x="7467" y="6113"/>
                        <a:pt x="7498" y="5356"/>
                        <a:pt x="7971" y="4821"/>
                      </a:cubicBezTo>
                      <a:cubicBezTo>
                        <a:pt x="8330" y="4407"/>
                        <a:pt x="8785" y="4211"/>
                        <a:pt x="9295" y="4211"/>
                      </a:cubicBezTo>
                      <a:close/>
                      <a:moveTo>
                        <a:pt x="378" y="1"/>
                      </a:moveTo>
                      <a:cubicBezTo>
                        <a:pt x="189" y="1"/>
                        <a:pt x="32" y="158"/>
                        <a:pt x="32" y="347"/>
                      </a:cubicBezTo>
                      <a:lnTo>
                        <a:pt x="32" y="10681"/>
                      </a:lnTo>
                      <a:cubicBezTo>
                        <a:pt x="0" y="10870"/>
                        <a:pt x="158" y="11027"/>
                        <a:pt x="347" y="11027"/>
                      </a:cubicBezTo>
                      <a:lnTo>
                        <a:pt x="3529" y="11027"/>
                      </a:lnTo>
                      <a:cubicBezTo>
                        <a:pt x="3560" y="11185"/>
                        <a:pt x="3655" y="11311"/>
                        <a:pt x="3781" y="11437"/>
                      </a:cubicBezTo>
                      <a:cubicBezTo>
                        <a:pt x="3970" y="11626"/>
                        <a:pt x="4230" y="11720"/>
                        <a:pt x="4494" y="11720"/>
                      </a:cubicBezTo>
                      <a:cubicBezTo>
                        <a:pt x="4758" y="11720"/>
                        <a:pt x="5025" y="11626"/>
                        <a:pt x="5230" y="11437"/>
                      </a:cubicBezTo>
                      <a:lnTo>
                        <a:pt x="5608" y="11027"/>
                      </a:lnTo>
                      <a:lnTo>
                        <a:pt x="7940" y="11027"/>
                      </a:lnTo>
                      <a:cubicBezTo>
                        <a:pt x="8129" y="11027"/>
                        <a:pt x="8286" y="10870"/>
                        <a:pt x="8286" y="10681"/>
                      </a:cubicBezTo>
                      <a:lnTo>
                        <a:pt x="8286" y="8349"/>
                      </a:lnTo>
                      <a:lnTo>
                        <a:pt x="8538" y="8129"/>
                      </a:lnTo>
                      <a:cubicBezTo>
                        <a:pt x="8792" y="8220"/>
                        <a:pt x="9065" y="8269"/>
                        <a:pt x="9344" y="8269"/>
                      </a:cubicBezTo>
                      <a:cubicBezTo>
                        <a:pt x="9929" y="8269"/>
                        <a:pt x="10536" y="8053"/>
                        <a:pt x="11027" y="7562"/>
                      </a:cubicBezTo>
                      <a:cubicBezTo>
                        <a:pt x="11752" y="6806"/>
                        <a:pt x="11878" y="5735"/>
                        <a:pt x="11500" y="4852"/>
                      </a:cubicBezTo>
                      <a:cubicBezTo>
                        <a:pt x="11437" y="4726"/>
                        <a:pt x="11342" y="4695"/>
                        <a:pt x="11248" y="4663"/>
                      </a:cubicBezTo>
                      <a:cubicBezTo>
                        <a:pt x="11122" y="4663"/>
                        <a:pt x="11027" y="4663"/>
                        <a:pt x="10932" y="4726"/>
                      </a:cubicBezTo>
                      <a:lnTo>
                        <a:pt x="10082" y="5609"/>
                      </a:lnTo>
                      <a:cubicBezTo>
                        <a:pt x="10019" y="5656"/>
                        <a:pt x="9924" y="5679"/>
                        <a:pt x="9834" y="5679"/>
                      </a:cubicBezTo>
                      <a:cubicBezTo>
                        <a:pt x="9743" y="5679"/>
                        <a:pt x="9657" y="5656"/>
                        <a:pt x="9609" y="5609"/>
                      </a:cubicBezTo>
                      <a:cubicBezTo>
                        <a:pt x="9483" y="5483"/>
                        <a:pt x="9483" y="5230"/>
                        <a:pt x="9609" y="5136"/>
                      </a:cubicBezTo>
                      <a:lnTo>
                        <a:pt x="10460" y="4254"/>
                      </a:lnTo>
                      <a:cubicBezTo>
                        <a:pt x="10554" y="4191"/>
                        <a:pt x="10586" y="4065"/>
                        <a:pt x="10554" y="3939"/>
                      </a:cubicBezTo>
                      <a:cubicBezTo>
                        <a:pt x="10554" y="3813"/>
                        <a:pt x="10460" y="3750"/>
                        <a:pt x="10334" y="3718"/>
                      </a:cubicBezTo>
                      <a:cubicBezTo>
                        <a:pt x="10003" y="3561"/>
                        <a:pt x="9649" y="3482"/>
                        <a:pt x="9298" y="3482"/>
                      </a:cubicBezTo>
                      <a:cubicBezTo>
                        <a:pt x="8948" y="3482"/>
                        <a:pt x="8601" y="3561"/>
                        <a:pt x="8286" y="3718"/>
                      </a:cubicBezTo>
                      <a:lnTo>
                        <a:pt x="8286" y="2395"/>
                      </a:lnTo>
                      <a:cubicBezTo>
                        <a:pt x="8286" y="2332"/>
                        <a:pt x="8255" y="2206"/>
                        <a:pt x="8192" y="2175"/>
                      </a:cubicBezTo>
                      <a:lnTo>
                        <a:pt x="6144" y="127"/>
                      </a:lnTo>
                      <a:cubicBezTo>
                        <a:pt x="6049" y="64"/>
                        <a:pt x="5986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201" name="Google Shape;6645;p64">
                  <a:extLst>
                    <a:ext uri="{FF2B5EF4-FFF2-40B4-BE49-F238E27FC236}">
                      <a16:creationId xmlns:a16="http://schemas.microsoft.com/office/drawing/2014/main" id="{893567EB-6A8C-474D-A32F-7151CB7FC36B}"/>
                    </a:ext>
                  </a:extLst>
                </p:cNvPr>
                <p:cNvSpPr/>
                <p:nvPr/>
              </p:nvSpPr>
              <p:spPr>
                <a:xfrm>
                  <a:off x="-34331500" y="23057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36" y="725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202" name="Google Shape;6646;p64">
                  <a:extLst>
                    <a:ext uri="{FF2B5EF4-FFF2-40B4-BE49-F238E27FC236}">
                      <a16:creationId xmlns:a16="http://schemas.microsoft.com/office/drawing/2014/main" id="{7047073B-9BF4-491A-BE3C-F1E088B0B798}"/>
                    </a:ext>
                  </a:extLst>
                </p:cNvPr>
                <p:cNvSpPr/>
                <p:nvPr/>
              </p:nvSpPr>
              <p:spPr>
                <a:xfrm>
                  <a:off x="-34331500" y="2341200"/>
                  <a:ext cx="173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77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395"/>
                      </a:lnTo>
                      <a:cubicBezTo>
                        <a:pt x="1" y="2584"/>
                        <a:pt x="158" y="2773"/>
                        <a:pt x="347" y="2773"/>
                      </a:cubicBezTo>
                      <a:cubicBezTo>
                        <a:pt x="536" y="2773"/>
                        <a:pt x="694" y="2584"/>
                        <a:pt x="694" y="2395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203" name="Google Shape;6647;p64">
                  <a:extLst>
                    <a:ext uri="{FF2B5EF4-FFF2-40B4-BE49-F238E27FC236}">
                      <a16:creationId xmlns:a16="http://schemas.microsoft.com/office/drawing/2014/main" id="{345197F9-3D06-4EAE-BD78-4D7CCADEB873}"/>
                    </a:ext>
                  </a:extLst>
                </p:cNvPr>
                <p:cNvSpPr/>
                <p:nvPr/>
              </p:nvSpPr>
              <p:spPr>
                <a:xfrm>
                  <a:off x="-34384275" y="2427050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3" y="536"/>
                        <a:pt x="4853" y="347"/>
                      </a:cubicBezTo>
                      <a:cubicBezTo>
                        <a:pt x="4853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204" name="Google Shape;6648;p64">
                  <a:extLst>
                    <a:ext uri="{FF2B5EF4-FFF2-40B4-BE49-F238E27FC236}">
                      <a16:creationId xmlns:a16="http://schemas.microsoft.com/office/drawing/2014/main" id="{F8C7FBFE-4C08-4FE8-B4B4-32ACD613605B}"/>
                    </a:ext>
                  </a:extLst>
                </p:cNvPr>
                <p:cNvSpPr/>
                <p:nvPr/>
              </p:nvSpPr>
              <p:spPr>
                <a:xfrm>
                  <a:off x="-34384275" y="2460125"/>
                  <a:ext cx="882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99"/>
                        <a:pt x="158" y="725"/>
                        <a:pt x="379" y="725"/>
                      </a:cubicBezTo>
                      <a:lnTo>
                        <a:pt x="3151" y="725"/>
                      </a:lnTo>
                      <a:cubicBezTo>
                        <a:pt x="3372" y="725"/>
                        <a:pt x="3530" y="568"/>
                        <a:pt x="3530" y="379"/>
                      </a:cubicBezTo>
                      <a:cubicBezTo>
                        <a:pt x="3530" y="158"/>
                        <a:pt x="3372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205" name="ZoneTexte 204">
              <a:extLst>
                <a:ext uri="{FF2B5EF4-FFF2-40B4-BE49-F238E27FC236}">
                  <a16:creationId xmlns:a16="http://schemas.microsoft.com/office/drawing/2014/main" id="{7AB48C0C-B0CB-48CE-B1D4-F2C19BD48E63}"/>
                </a:ext>
              </a:extLst>
            </p:cNvPr>
            <p:cNvSpPr txBox="1"/>
            <p:nvPr/>
          </p:nvSpPr>
          <p:spPr>
            <a:xfrm>
              <a:off x="1175197" y="5216403"/>
              <a:ext cx="1510660" cy="30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471AB6"/>
                  </a:solidFill>
                  <a:latin typeface="Raleway" pitchFamily="2" charset="0"/>
                </a:rPr>
                <a:t>DESIGN</a:t>
              </a:r>
            </a:p>
          </p:txBody>
        </p:sp>
      </p:grp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B84905AA-EE9A-422C-B22F-7A389E4E2A60}"/>
              </a:ext>
            </a:extLst>
          </p:cNvPr>
          <p:cNvSpPr/>
          <p:nvPr/>
        </p:nvSpPr>
        <p:spPr>
          <a:xfrm>
            <a:off x="1697410" y="5225142"/>
            <a:ext cx="260239" cy="1441053"/>
          </a:xfrm>
          <a:prstGeom prst="leftBrace">
            <a:avLst>
              <a:gd name="adj1" fmla="val 8333"/>
              <a:gd name="adj2" fmla="val 49457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872BD69C-30C4-40B2-9ADC-A5A81E5F49EC}"/>
              </a:ext>
            </a:extLst>
          </p:cNvPr>
          <p:cNvSpPr txBox="1"/>
          <p:nvPr/>
        </p:nvSpPr>
        <p:spPr>
          <a:xfrm>
            <a:off x="188952" y="5637981"/>
            <a:ext cx="151066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itchFamily="2" charset="0"/>
              </a:rPr>
              <a:t>Phase propulsion</a:t>
            </a:r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C5CD4BBE-BE83-4885-A95B-6FD2DA3C3415}"/>
              </a:ext>
            </a:extLst>
          </p:cNvPr>
          <p:cNvSpPr txBox="1"/>
          <p:nvPr/>
        </p:nvSpPr>
        <p:spPr>
          <a:xfrm>
            <a:off x="126286" y="2469797"/>
            <a:ext cx="151066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itchFamily="2" charset="0"/>
              </a:rPr>
              <a:t>Phase utilité collective</a:t>
            </a:r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0D0B5D7D-291B-4873-8665-90535704FC2E}"/>
              </a:ext>
            </a:extLst>
          </p:cNvPr>
          <p:cNvSpPr txBox="1"/>
          <p:nvPr/>
        </p:nvSpPr>
        <p:spPr>
          <a:xfrm>
            <a:off x="9740364" y="3211905"/>
            <a:ext cx="1866645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itchFamily="2" charset="0"/>
              </a:rPr>
              <a:t>Phase recherche et expérimentation</a:t>
            </a:r>
          </a:p>
        </p:txBody>
      </p:sp>
      <p:sp>
        <p:nvSpPr>
          <p:cNvPr id="195" name="Accolade ouvrante 194">
            <a:extLst>
              <a:ext uri="{FF2B5EF4-FFF2-40B4-BE49-F238E27FC236}">
                <a16:creationId xmlns:a16="http://schemas.microsoft.com/office/drawing/2014/main" id="{C9BDD7BB-3339-4B8F-8C1E-4EF0666F1BA9}"/>
              </a:ext>
            </a:extLst>
          </p:cNvPr>
          <p:cNvSpPr/>
          <p:nvPr/>
        </p:nvSpPr>
        <p:spPr>
          <a:xfrm>
            <a:off x="1691499" y="683410"/>
            <a:ext cx="281133" cy="4541732"/>
          </a:xfrm>
          <a:prstGeom prst="leftBrace">
            <a:avLst>
              <a:gd name="adj1" fmla="val 8333"/>
              <a:gd name="adj2" fmla="val 49457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6" name="Accolade ouvrante 195">
            <a:extLst>
              <a:ext uri="{FF2B5EF4-FFF2-40B4-BE49-F238E27FC236}">
                <a16:creationId xmlns:a16="http://schemas.microsoft.com/office/drawing/2014/main" id="{470E5784-77A2-4F3D-BBD8-49AFDF6FE930}"/>
              </a:ext>
            </a:extLst>
          </p:cNvPr>
          <p:cNvSpPr/>
          <p:nvPr/>
        </p:nvSpPr>
        <p:spPr>
          <a:xfrm rot="10800000">
            <a:off x="9379511" y="767612"/>
            <a:ext cx="260239" cy="5370720"/>
          </a:xfrm>
          <a:prstGeom prst="leftBrace">
            <a:avLst>
              <a:gd name="adj1" fmla="val 8333"/>
              <a:gd name="adj2" fmla="val 49457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7203166-B1F3-470C-AC78-E433FE312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193" y="112340"/>
            <a:ext cx="2802369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algn="ctr" defTabSz="444500" eaLnBrk="1" fontAlgn="base" hangingPunct="1">
              <a:lnSpc>
                <a:spcPct val="90000"/>
              </a:lnSpc>
              <a:spcAft>
                <a:spcPct val="35000"/>
              </a:spcAft>
              <a:buClrTx/>
              <a:buSzTx/>
              <a:tabLst>
                <a:tab pos="5754688" algn="r"/>
              </a:tabLst>
            </a:pPr>
            <a:r>
              <a:rPr lang="fr-FR" altLang="fr-FR" b="1" dirty="0">
                <a:solidFill>
                  <a:schemeClr val="tx1">
                    <a:lumMod val="75000"/>
                    <a:lumOff val="25000"/>
                  </a:schemeClr>
                </a:solidFill>
                <a:latin typeface="Raleway" pitchFamily="2" charset="0"/>
              </a:rPr>
              <a:t>Le cycle de l’innovation</a:t>
            </a:r>
          </a:p>
        </p:txBody>
      </p:sp>
    </p:spTree>
    <p:extLst>
      <p:ext uri="{BB962C8B-B14F-4D97-AF65-F5344CB8AC3E}">
        <p14:creationId xmlns:p14="http://schemas.microsoft.com/office/powerpoint/2010/main" val="297583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4" grpId="0"/>
      <p:bldP spid="185" grpId="0"/>
      <p:bldP spid="193" grpId="0"/>
      <p:bldP spid="195" grpId="0" animBg="1"/>
      <p:bldP spid="19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llipse 19">
            <a:extLst>
              <a:ext uri="{FF2B5EF4-FFF2-40B4-BE49-F238E27FC236}">
                <a16:creationId xmlns:a16="http://schemas.microsoft.com/office/drawing/2014/main" id="{EFD79268-B9D5-4CA9-96EF-BC6700DDEE4C}"/>
              </a:ext>
            </a:extLst>
          </p:cNvPr>
          <p:cNvSpPr/>
          <p:nvPr/>
        </p:nvSpPr>
        <p:spPr>
          <a:xfrm>
            <a:off x="2379306" y="751888"/>
            <a:ext cx="5551714" cy="51310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22CE2CB-86E9-48D0-8A3C-F3ADA769C1B2}"/>
              </a:ext>
            </a:extLst>
          </p:cNvPr>
          <p:cNvSpPr/>
          <p:nvPr/>
        </p:nvSpPr>
        <p:spPr>
          <a:xfrm>
            <a:off x="2995127" y="1298624"/>
            <a:ext cx="4245428" cy="41154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666FEF9-9BD6-4244-8DE0-E06B74911956}"/>
              </a:ext>
            </a:extLst>
          </p:cNvPr>
          <p:cNvSpPr/>
          <p:nvPr/>
        </p:nvSpPr>
        <p:spPr>
          <a:xfrm>
            <a:off x="3498980" y="1772816"/>
            <a:ext cx="3303036" cy="31537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6CEAB4B-8064-473A-B036-F602830687C2}"/>
              </a:ext>
            </a:extLst>
          </p:cNvPr>
          <p:cNvSpPr txBox="1"/>
          <p:nvPr/>
        </p:nvSpPr>
        <p:spPr>
          <a:xfrm>
            <a:off x="1035698" y="382556"/>
            <a:ext cx="231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Décrypter l’innovation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ACAD0-E59F-43B2-8F59-C3200122B5D3}"/>
              </a:ext>
            </a:extLst>
          </p:cNvPr>
          <p:cNvSpPr/>
          <p:nvPr/>
        </p:nvSpPr>
        <p:spPr>
          <a:xfrm>
            <a:off x="4329404" y="2575249"/>
            <a:ext cx="1614196" cy="1614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73D7C91C-6971-4BD8-875C-26835D39ED4F}"/>
              </a:ext>
            </a:extLst>
          </p:cNvPr>
          <p:cNvSpPr/>
          <p:nvPr/>
        </p:nvSpPr>
        <p:spPr>
          <a:xfrm>
            <a:off x="2729204" y="2332653"/>
            <a:ext cx="2407298" cy="2099388"/>
          </a:xfrm>
          <a:prstGeom prst="rightArrow">
            <a:avLst/>
          </a:prstGeom>
          <a:solidFill>
            <a:srgbClr val="B020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3CCB21F-425A-4E02-A797-1522EE6BDCC2}"/>
              </a:ext>
            </a:extLst>
          </p:cNvPr>
          <p:cNvCxnSpPr/>
          <p:nvPr/>
        </p:nvCxnSpPr>
        <p:spPr>
          <a:xfrm>
            <a:off x="4329404" y="2575249"/>
            <a:ext cx="1614196" cy="161419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9E0A052-B376-4D20-9FEC-A0D06DA16914}"/>
              </a:ext>
            </a:extLst>
          </p:cNvPr>
          <p:cNvCxnSpPr/>
          <p:nvPr/>
        </p:nvCxnSpPr>
        <p:spPr>
          <a:xfrm flipV="1">
            <a:off x="4329404" y="2575249"/>
            <a:ext cx="1614196" cy="161419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62FDEE6B-720D-4125-9477-6B32A240A1D3}"/>
              </a:ext>
            </a:extLst>
          </p:cNvPr>
          <p:cNvSpPr/>
          <p:nvPr/>
        </p:nvSpPr>
        <p:spPr>
          <a:xfrm rot="5400000">
            <a:off x="3932853" y="1129004"/>
            <a:ext cx="2407298" cy="2099388"/>
          </a:xfrm>
          <a:prstGeom prst="rightArrow">
            <a:avLst/>
          </a:prstGeom>
          <a:solidFill>
            <a:srgbClr val="3A1D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2D345500-3C2A-4813-8141-26351F2575CA}"/>
              </a:ext>
            </a:extLst>
          </p:cNvPr>
          <p:cNvSpPr/>
          <p:nvPr/>
        </p:nvSpPr>
        <p:spPr>
          <a:xfrm rot="10800000">
            <a:off x="5136502" y="2332653"/>
            <a:ext cx="2407298" cy="209938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41C57CC7-EBCD-4ACE-B748-DE3AF27B0629}"/>
              </a:ext>
            </a:extLst>
          </p:cNvPr>
          <p:cNvSpPr/>
          <p:nvPr/>
        </p:nvSpPr>
        <p:spPr>
          <a:xfrm rot="16200000">
            <a:off x="3932851" y="3536302"/>
            <a:ext cx="2407298" cy="209938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544DE-0EB1-4E96-A79C-37F426DF3518}"/>
              </a:ext>
            </a:extLst>
          </p:cNvPr>
          <p:cNvSpPr/>
          <p:nvPr/>
        </p:nvSpPr>
        <p:spPr>
          <a:xfrm>
            <a:off x="3156076" y="2873827"/>
            <a:ext cx="531845" cy="1031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D88B9-2261-4AF6-9B38-23C22CE494B1}"/>
              </a:ext>
            </a:extLst>
          </p:cNvPr>
          <p:cNvSpPr/>
          <p:nvPr/>
        </p:nvSpPr>
        <p:spPr>
          <a:xfrm>
            <a:off x="6613075" y="2873827"/>
            <a:ext cx="531845" cy="1031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A3B93-D425-4225-BC5E-CBE93CFBDD29}"/>
              </a:ext>
            </a:extLst>
          </p:cNvPr>
          <p:cNvSpPr/>
          <p:nvPr/>
        </p:nvSpPr>
        <p:spPr>
          <a:xfrm>
            <a:off x="4606987" y="1443913"/>
            <a:ext cx="1059028" cy="487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1DCDEAA-B42B-4EF7-BC7D-21F2C8320409}"/>
              </a:ext>
            </a:extLst>
          </p:cNvPr>
          <p:cNvSpPr/>
          <p:nvPr/>
        </p:nvSpPr>
        <p:spPr>
          <a:xfrm>
            <a:off x="4606987" y="4777273"/>
            <a:ext cx="1059028" cy="487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90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riangle isocèle 127">
            <a:extLst>
              <a:ext uri="{FF2B5EF4-FFF2-40B4-BE49-F238E27FC236}">
                <a16:creationId xmlns:a16="http://schemas.microsoft.com/office/drawing/2014/main" id="{2A092923-B4B9-4761-B47E-5F56469AE65B}"/>
              </a:ext>
            </a:extLst>
          </p:cNvPr>
          <p:cNvSpPr/>
          <p:nvPr/>
        </p:nvSpPr>
        <p:spPr>
          <a:xfrm>
            <a:off x="2334061" y="387776"/>
            <a:ext cx="5520003" cy="1627380"/>
          </a:xfrm>
          <a:prstGeom prst="triangle">
            <a:avLst/>
          </a:prstGeom>
          <a:solidFill>
            <a:srgbClr val="E9E7E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Triangle isocèle 126">
            <a:extLst>
              <a:ext uri="{FF2B5EF4-FFF2-40B4-BE49-F238E27FC236}">
                <a16:creationId xmlns:a16="http://schemas.microsoft.com/office/drawing/2014/main" id="{C3A51487-ECA1-4557-A5B2-A947F661CBA3}"/>
              </a:ext>
            </a:extLst>
          </p:cNvPr>
          <p:cNvSpPr/>
          <p:nvPr/>
        </p:nvSpPr>
        <p:spPr>
          <a:xfrm>
            <a:off x="3391464" y="2139491"/>
            <a:ext cx="3405197" cy="425831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5E9595D2-C233-4ABC-B05F-D1C6AE7D2C4F}"/>
              </a:ext>
            </a:extLst>
          </p:cNvPr>
          <p:cNvGrpSpPr/>
          <p:nvPr/>
        </p:nvGrpSpPr>
        <p:grpSpPr>
          <a:xfrm>
            <a:off x="3056134" y="5882953"/>
            <a:ext cx="4001238" cy="975888"/>
            <a:chOff x="5694268" y="5314628"/>
            <a:chExt cx="6276181" cy="1530739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1F5FA299-9693-4B00-B745-64A3D23EFB73}"/>
                </a:ext>
              </a:extLst>
            </p:cNvPr>
            <p:cNvGrpSpPr/>
            <p:nvPr/>
          </p:nvGrpSpPr>
          <p:grpSpPr>
            <a:xfrm>
              <a:off x="5816995" y="5335457"/>
              <a:ext cx="959691" cy="959691"/>
              <a:chOff x="459954" y="382372"/>
              <a:chExt cx="959691" cy="959691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5C06375C-4090-4C64-AE20-37ADF7F3FC54}"/>
                  </a:ext>
                </a:extLst>
              </p:cNvPr>
              <p:cNvSpPr/>
              <p:nvPr/>
            </p:nvSpPr>
            <p:spPr>
              <a:xfrm>
                <a:off x="459954" y="382372"/>
                <a:ext cx="959691" cy="959691"/>
              </a:xfrm>
              <a:prstGeom prst="ellipse">
                <a:avLst/>
              </a:prstGeom>
              <a:solidFill>
                <a:srgbClr val="D782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grpSp>
            <p:nvGrpSpPr>
              <p:cNvPr id="27" name="Google Shape;4524;p59">
                <a:extLst>
                  <a:ext uri="{FF2B5EF4-FFF2-40B4-BE49-F238E27FC236}">
                    <a16:creationId xmlns:a16="http://schemas.microsoft.com/office/drawing/2014/main" id="{31BD6512-07C9-465D-A85F-0D6EE1BFD8AE}"/>
                  </a:ext>
                </a:extLst>
              </p:cNvPr>
              <p:cNvGrpSpPr/>
              <p:nvPr/>
            </p:nvGrpSpPr>
            <p:grpSpPr>
              <a:xfrm>
                <a:off x="708305" y="631022"/>
                <a:ext cx="462989" cy="462391"/>
                <a:chOff x="5053900" y="2021500"/>
                <a:chExt cx="483750" cy="483125"/>
              </a:xfrm>
              <a:solidFill>
                <a:schemeClr val="bg1"/>
              </a:solidFill>
            </p:grpSpPr>
            <p:sp>
              <p:nvSpPr>
                <p:cNvPr id="28" name="Google Shape;4525;p59">
                  <a:extLst>
                    <a:ext uri="{FF2B5EF4-FFF2-40B4-BE49-F238E27FC236}">
                      <a16:creationId xmlns:a16="http://schemas.microsoft.com/office/drawing/2014/main" id="{090D55F6-3DD8-4FF2-98E6-52C9524FC679}"/>
                    </a:ext>
                  </a:extLst>
                </p:cNvPr>
                <p:cNvSpPr/>
                <p:nvPr/>
              </p:nvSpPr>
              <p:spPr>
                <a:xfrm>
                  <a:off x="5281350" y="2078100"/>
                  <a:ext cx="127375" cy="12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5" h="5094" extrusionOk="0">
                      <a:moveTo>
                        <a:pt x="565" y="0"/>
                      </a:moveTo>
                      <a:cubicBezTo>
                        <a:pt x="251" y="0"/>
                        <a:pt x="1" y="254"/>
                        <a:pt x="1" y="568"/>
                      </a:cubicBezTo>
                      <a:cubicBezTo>
                        <a:pt x="1" y="879"/>
                        <a:pt x="251" y="1132"/>
                        <a:pt x="565" y="1132"/>
                      </a:cubicBezTo>
                      <a:cubicBezTo>
                        <a:pt x="2440" y="1135"/>
                        <a:pt x="3959" y="2654"/>
                        <a:pt x="3962" y="4529"/>
                      </a:cubicBezTo>
                      <a:cubicBezTo>
                        <a:pt x="3962" y="4843"/>
                        <a:pt x="4216" y="5094"/>
                        <a:pt x="4530" y="5094"/>
                      </a:cubicBezTo>
                      <a:cubicBezTo>
                        <a:pt x="4841" y="5094"/>
                        <a:pt x="5094" y="4843"/>
                        <a:pt x="5094" y="4529"/>
                      </a:cubicBezTo>
                      <a:cubicBezTo>
                        <a:pt x="5091" y="2029"/>
                        <a:pt x="3065" y="3"/>
                        <a:pt x="5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9" name="Google Shape;4526;p59">
                  <a:extLst>
                    <a:ext uri="{FF2B5EF4-FFF2-40B4-BE49-F238E27FC236}">
                      <a16:creationId xmlns:a16="http://schemas.microsoft.com/office/drawing/2014/main" id="{A44DADBD-64A7-4ED8-AD81-F33244D878F5}"/>
                    </a:ext>
                  </a:extLst>
                </p:cNvPr>
                <p:cNvSpPr/>
                <p:nvPr/>
              </p:nvSpPr>
              <p:spPr>
                <a:xfrm>
                  <a:off x="5118000" y="2021500"/>
                  <a:ext cx="368700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8" h="19325" extrusionOk="0">
                      <a:moveTo>
                        <a:pt x="7088" y="1135"/>
                      </a:moveTo>
                      <a:cubicBezTo>
                        <a:pt x="8391" y="1135"/>
                        <a:pt x="9651" y="1571"/>
                        <a:pt x="10668" y="2397"/>
                      </a:cubicBezTo>
                      <a:cubicBezTo>
                        <a:pt x="13159" y="4417"/>
                        <a:pt x="13473" y="8104"/>
                        <a:pt x="11360" y="10516"/>
                      </a:cubicBezTo>
                      <a:cubicBezTo>
                        <a:pt x="10572" y="11419"/>
                        <a:pt x="10085" y="12503"/>
                        <a:pt x="9962" y="13626"/>
                      </a:cubicBezTo>
                      <a:lnTo>
                        <a:pt x="4237" y="13626"/>
                      </a:lnTo>
                      <a:cubicBezTo>
                        <a:pt x="4107" y="12482"/>
                        <a:pt x="3630" y="11407"/>
                        <a:pt x="2866" y="10550"/>
                      </a:cubicBezTo>
                      <a:cubicBezTo>
                        <a:pt x="1658" y="9191"/>
                        <a:pt x="1184" y="7367"/>
                        <a:pt x="1571" y="5549"/>
                      </a:cubicBezTo>
                      <a:cubicBezTo>
                        <a:pt x="2020" y="3427"/>
                        <a:pt x="3748" y="1706"/>
                        <a:pt x="5873" y="1262"/>
                      </a:cubicBezTo>
                      <a:cubicBezTo>
                        <a:pt x="6278" y="1177"/>
                        <a:pt x="6685" y="1135"/>
                        <a:pt x="7088" y="1135"/>
                      </a:cubicBezTo>
                      <a:close/>
                      <a:moveTo>
                        <a:pt x="9931" y="14759"/>
                      </a:moveTo>
                      <a:lnTo>
                        <a:pt x="9931" y="15323"/>
                      </a:lnTo>
                      <a:cubicBezTo>
                        <a:pt x="9931" y="15637"/>
                        <a:pt x="9678" y="15891"/>
                        <a:pt x="9364" y="15891"/>
                      </a:cubicBezTo>
                      <a:lnTo>
                        <a:pt x="4835" y="15891"/>
                      </a:lnTo>
                      <a:cubicBezTo>
                        <a:pt x="4521" y="15891"/>
                        <a:pt x="4270" y="15637"/>
                        <a:pt x="4270" y="15323"/>
                      </a:cubicBezTo>
                      <a:lnTo>
                        <a:pt x="4270" y="14759"/>
                      </a:lnTo>
                      <a:close/>
                      <a:moveTo>
                        <a:pt x="8699" y="17023"/>
                      </a:moveTo>
                      <a:cubicBezTo>
                        <a:pt x="8464" y="17694"/>
                        <a:pt x="7827" y="18192"/>
                        <a:pt x="7099" y="18192"/>
                      </a:cubicBezTo>
                      <a:cubicBezTo>
                        <a:pt x="6371" y="18192"/>
                        <a:pt x="5734" y="17694"/>
                        <a:pt x="5499" y="17023"/>
                      </a:cubicBezTo>
                      <a:close/>
                      <a:moveTo>
                        <a:pt x="7087" y="0"/>
                      </a:moveTo>
                      <a:cubicBezTo>
                        <a:pt x="6607" y="0"/>
                        <a:pt x="6123" y="50"/>
                        <a:pt x="5641" y="151"/>
                      </a:cubicBezTo>
                      <a:cubicBezTo>
                        <a:pt x="3053" y="712"/>
                        <a:pt x="1027" y="2729"/>
                        <a:pt x="462" y="5314"/>
                      </a:cubicBezTo>
                      <a:cubicBezTo>
                        <a:pt x="0" y="7488"/>
                        <a:pt x="568" y="9671"/>
                        <a:pt x="2020" y="11301"/>
                      </a:cubicBezTo>
                      <a:cubicBezTo>
                        <a:pt x="2730" y="12099"/>
                        <a:pt x="3135" y="13149"/>
                        <a:pt x="3135" y="14191"/>
                      </a:cubicBezTo>
                      <a:lnTo>
                        <a:pt x="3135" y="15323"/>
                      </a:lnTo>
                      <a:cubicBezTo>
                        <a:pt x="3138" y="16060"/>
                        <a:pt x="3612" y="16709"/>
                        <a:pt x="4309" y="16939"/>
                      </a:cubicBezTo>
                      <a:cubicBezTo>
                        <a:pt x="4409" y="17518"/>
                        <a:pt x="4681" y="18053"/>
                        <a:pt x="5094" y="18473"/>
                      </a:cubicBezTo>
                      <a:cubicBezTo>
                        <a:pt x="5642" y="19040"/>
                        <a:pt x="6371" y="19324"/>
                        <a:pt x="7099" y="19324"/>
                      </a:cubicBezTo>
                      <a:cubicBezTo>
                        <a:pt x="7828" y="19324"/>
                        <a:pt x="8556" y="19040"/>
                        <a:pt x="9104" y="18473"/>
                      </a:cubicBezTo>
                      <a:cubicBezTo>
                        <a:pt x="9518" y="18053"/>
                        <a:pt x="9790" y="17518"/>
                        <a:pt x="9889" y="16939"/>
                      </a:cubicBezTo>
                      <a:cubicBezTo>
                        <a:pt x="10587" y="16709"/>
                        <a:pt x="11061" y="16060"/>
                        <a:pt x="11064" y="15323"/>
                      </a:cubicBezTo>
                      <a:lnTo>
                        <a:pt x="11064" y="14191"/>
                      </a:lnTo>
                      <a:cubicBezTo>
                        <a:pt x="11064" y="13149"/>
                        <a:pt x="11471" y="12108"/>
                        <a:pt x="12211" y="11262"/>
                      </a:cubicBezTo>
                      <a:cubicBezTo>
                        <a:pt x="14747" y="8366"/>
                        <a:pt x="14370" y="3943"/>
                        <a:pt x="11381" y="1518"/>
                      </a:cubicBezTo>
                      <a:cubicBezTo>
                        <a:pt x="10159" y="525"/>
                        <a:pt x="8647" y="0"/>
                        <a:pt x="70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0" name="Google Shape;4527;p59">
                  <a:extLst>
                    <a:ext uri="{FF2B5EF4-FFF2-40B4-BE49-F238E27FC236}">
                      <a16:creationId xmlns:a16="http://schemas.microsoft.com/office/drawing/2014/main" id="{24FEBF19-AE2E-423B-8661-8F96F36316F6}"/>
                    </a:ext>
                  </a:extLst>
                </p:cNvPr>
                <p:cNvSpPr/>
                <p:nvPr/>
              </p:nvSpPr>
              <p:spPr>
                <a:xfrm>
                  <a:off x="50539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9" y="0"/>
                      </a:moveTo>
                      <a:cubicBezTo>
                        <a:pt x="255" y="0"/>
                        <a:pt x="1" y="254"/>
                        <a:pt x="1" y="568"/>
                      </a:cubicBezTo>
                      <a:cubicBezTo>
                        <a:pt x="1" y="879"/>
                        <a:pt x="255" y="1133"/>
                        <a:pt x="569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6" y="879"/>
                        <a:pt x="2266" y="568"/>
                      </a:cubicBezTo>
                      <a:cubicBezTo>
                        <a:pt x="2266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1" name="Google Shape;4528;p59">
                  <a:extLst>
                    <a:ext uri="{FF2B5EF4-FFF2-40B4-BE49-F238E27FC236}">
                      <a16:creationId xmlns:a16="http://schemas.microsoft.com/office/drawing/2014/main" id="{6DC5ECCE-63FA-471A-BF31-FD6E9A682450}"/>
                    </a:ext>
                  </a:extLst>
                </p:cNvPr>
                <p:cNvSpPr/>
                <p:nvPr/>
              </p:nvSpPr>
              <p:spPr>
                <a:xfrm>
                  <a:off x="5056850" y="2096550"/>
                  <a:ext cx="50750" cy="4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921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9"/>
                        <a:pt x="215" y="962"/>
                      </a:cubicBezTo>
                      <a:lnTo>
                        <a:pt x="1015" y="1762"/>
                      </a:lnTo>
                      <a:cubicBezTo>
                        <a:pt x="1125" y="1868"/>
                        <a:pt x="1267" y="1921"/>
                        <a:pt x="1409" y="1921"/>
                      </a:cubicBezTo>
                      <a:cubicBezTo>
                        <a:pt x="1554" y="1921"/>
                        <a:pt x="1699" y="1865"/>
                        <a:pt x="1809" y="1753"/>
                      </a:cubicBezTo>
                      <a:cubicBezTo>
                        <a:pt x="2027" y="1536"/>
                        <a:pt x="2030" y="1183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2" name="Google Shape;4529;p59">
                  <a:extLst>
                    <a:ext uri="{FF2B5EF4-FFF2-40B4-BE49-F238E27FC236}">
                      <a16:creationId xmlns:a16="http://schemas.microsoft.com/office/drawing/2014/main" id="{A46E0701-13DD-4A23-8F36-6BE03A7A00BF}"/>
                    </a:ext>
                  </a:extLst>
                </p:cNvPr>
                <p:cNvSpPr/>
                <p:nvPr/>
              </p:nvSpPr>
              <p:spPr>
                <a:xfrm>
                  <a:off x="5056400" y="2266400"/>
                  <a:ext cx="51200" cy="4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34" extrusionOk="0">
                      <a:moveTo>
                        <a:pt x="1427" y="0"/>
                      </a:moveTo>
                      <a:cubicBezTo>
                        <a:pt x="1285" y="0"/>
                        <a:pt x="1143" y="53"/>
                        <a:pt x="1033" y="159"/>
                      </a:cubicBezTo>
                      <a:lnTo>
                        <a:pt x="233" y="962"/>
                      </a:lnTo>
                      <a:cubicBezTo>
                        <a:pt x="4" y="1179"/>
                        <a:pt x="1" y="1545"/>
                        <a:pt x="227" y="1768"/>
                      </a:cubicBezTo>
                      <a:cubicBezTo>
                        <a:pt x="338" y="1879"/>
                        <a:pt x="482" y="1934"/>
                        <a:pt x="627" y="1934"/>
                      </a:cubicBezTo>
                      <a:cubicBezTo>
                        <a:pt x="774" y="1934"/>
                        <a:pt x="922" y="1876"/>
                        <a:pt x="1033" y="1762"/>
                      </a:cubicBezTo>
                      <a:lnTo>
                        <a:pt x="1833" y="962"/>
                      </a:lnTo>
                      <a:cubicBezTo>
                        <a:pt x="2048" y="738"/>
                        <a:pt x="2045" y="385"/>
                        <a:pt x="1827" y="168"/>
                      </a:cubicBezTo>
                      <a:cubicBezTo>
                        <a:pt x="1717" y="56"/>
                        <a:pt x="1572" y="0"/>
                        <a:pt x="1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3" name="Google Shape;4530;p59">
                  <a:extLst>
                    <a:ext uri="{FF2B5EF4-FFF2-40B4-BE49-F238E27FC236}">
                      <a16:creationId xmlns:a16="http://schemas.microsoft.com/office/drawing/2014/main" id="{ED390D9F-997E-4A33-8A04-1F23210A7A6B}"/>
                    </a:ext>
                  </a:extLst>
                </p:cNvPr>
                <p:cNvSpPr/>
                <p:nvPr/>
              </p:nvSpPr>
              <p:spPr>
                <a:xfrm>
                  <a:off x="5480400" y="2191325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8" y="0"/>
                      </a:moveTo>
                      <a:cubicBezTo>
                        <a:pt x="254" y="0"/>
                        <a:pt x="1" y="254"/>
                        <a:pt x="1" y="568"/>
                      </a:cubicBezTo>
                      <a:cubicBezTo>
                        <a:pt x="1" y="879"/>
                        <a:pt x="254" y="1133"/>
                        <a:pt x="568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5" y="879"/>
                        <a:pt x="2265" y="568"/>
                      </a:cubicBezTo>
                      <a:cubicBezTo>
                        <a:pt x="2265" y="254"/>
                        <a:pt x="2012" y="0"/>
                        <a:pt x="17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4" name="Google Shape;4531;p59">
                  <a:extLst>
                    <a:ext uri="{FF2B5EF4-FFF2-40B4-BE49-F238E27FC236}">
                      <a16:creationId xmlns:a16="http://schemas.microsoft.com/office/drawing/2014/main" id="{89931AFB-26D9-47A5-850F-0376955BC946}"/>
                    </a:ext>
                  </a:extLst>
                </p:cNvPr>
                <p:cNvSpPr/>
                <p:nvPr/>
              </p:nvSpPr>
              <p:spPr>
                <a:xfrm>
                  <a:off x="5479800" y="209655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1550" y="0"/>
                      </a:moveTo>
                      <a:cubicBezTo>
                        <a:pt x="1409" y="0"/>
                        <a:pt x="1267" y="53"/>
                        <a:pt x="1157" y="159"/>
                      </a:cubicBezTo>
                      <a:lnTo>
                        <a:pt x="357" y="962"/>
                      </a:lnTo>
                      <a:cubicBezTo>
                        <a:pt x="1" y="1318"/>
                        <a:pt x="251" y="1928"/>
                        <a:pt x="756" y="1928"/>
                      </a:cubicBezTo>
                      <a:cubicBezTo>
                        <a:pt x="907" y="1928"/>
                        <a:pt x="1051" y="1868"/>
                        <a:pt x="1157" y="1762"/>
                      </a:cubicBezTo>
                      <a:lnTo>
                        <a:pt x="1957" y="959"/>
                      </a:lnTo>
                      <a:cubicBezTo>
                        <a:pt x="2172" y="739"/>
                        <a:pt x="2169" y="385"/>
                        <a:pt x="1951" y="168"/>
                      </a:cubicBezTo>
                      <a:cubicBezTo>
                        <a:pt x="1841" y="56"/>
                        <a:pt x="1696" y="0"/>
                        <a:pt x="15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5" name="Google Shape;4532;p59">
                  <a:extLst>
                    <a:ext uri="{FF2B5EF4-FFF2-40B4-BE49-F238E27FC236}">
                      <a16:creationId xmlns:a16="http://schemas.microsoft.com/office/drawing/2014/main" id="{38AD28C9-2CD2-44E6-8B13-0E8D483D4A8B}"/>
                    </a:ext>
                  </a:extLst>
                </p:cNvPr>
                <p:cNvSpPr/>
                <p:nvPr/>
              </p:nvSpPr>
              <p:spPr>
                <a:xfrm>
                  <a:off x="5483350" y="2266400"/>
                  <a:ext cx="5430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" h="1929" extrusionOk="0">
                      <a:moveTo>
                        <a:pt x="622" y="0"/>
                      </a:moveTo>
                      <a:cubicBezTo>
                        <a:pt x="476" y="0"/>
                        <a:pt x="331" y="56"/>
                        <a:pt x="221" y="168"/>
                      </a:cubicBezTo>
                      <a:cubicBezTo>
                        <a:pt x="4" y="385"/>
                        <a:pt x="1" y="738"/>
                        <a:pt x="215" y="962"/>
                      </a:cubicBezTo>
                      <a:lnTo>
                        <a:pt x="1015" y="1762"/>
                      </a:lnTo>
                      <a:cubicBezTo>
                        <a:pt x="1121" y="1868"/>
                        <a:pt x="1266" y="1928"/>
                        <a:pt x="1417" y="1928"/>
                      </a:cubicBezTo>
                      <a:cubicBezTo>
                        <a:pt x="1921" y="1928"/>
                        <a:pt x="2172" y="1318"/>
                        <a:pt x="1815" y="962"/>
                      </a:cubicBezTo>
                      <a:lnTo>
                        <a:pt x="1015" y="159"/>
                      </a:lnTo>
                      <a:cubicBezTo>
                        <a:pt x="905" y="53"/>
                        <a:pt x="763" y="0"/>
                        <a:pt x="6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</p:grp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8E9D650-B3F1-4042-81B4-A89CDB8A3E12}"/>
                </a:ext>
              </a:extLst>
            </p:cNvPr>
            <p:cNvGrpSpPr/>
            <p:nvPr/>
          </p:nvGrpSpPr>
          <p:grpSpPr>
            <a:xfrm>
              <a:off x="7429313" y="5314628"/>
              <a:ext cx="959691" cy="959691"/>
              <a:chOff x="1740136" y="382372"/>
              <a:chExt cx="959691" cy="959691"/>
            </a:xfrm>
          </p:grpSpPr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0A70FC4D-714A-4611-8BCF-4FB920AAE781}"/>
                  </a:ext>
                </a:extLst>
              </p:cNvPr>
              <p:cNvSpPr/>
              <p:nvPr/>
            </p:nvSpPr>
            <p:spPr>
              <a:xfrm>
                <a:off x="1740136" y="382372"/>
                <a:ext cx="959691" cy="95969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grpSp>
            <p:nvGrpSpPr>
              <p:cNvPr id="22" name="Google Shape;5736;p62">
                <a:extLst>
                  <a:ext uri="{FF2B5EF4-FFF2-40B4-BE49-F238E27FC236}">
                    <a16:creationId xmlns:a16="http://schemas.microsoft.com/office/drawing/2014/main" id="{18E7488A-E020-49B9-9A90-9E8965F432B7}"/>
                  </a:ext>
                </a:extLst>
              </p:cNvPr>
              <p:cNvGrpSpPr/>
              <p:nvPr/>
            </p:nvGrpSpPr>
            <p:grpSpPr>
              <a:xfrm>
                <a:off x="2006059" y="612121"/>
                <a:ext cx="427844" cy="500193"/>
                <a:chOff x="-48237000" y="2342650"/>
                <a:chExt cx="256800" cy="300225"/>
              </a:xfrm>
              <a:solidFill>
                <a:schemeClr val="bg1"/>
              </a:solidFill>
            </p:grpSpPr>
            <p:sp>
              <p:nvSpPr>
                <p:cNvPr id="23" name="Google Shape;5737;p62">
                  <a:extLst>
                    <a:ext uri="{FF2B5EF4-FFF2-40B4-BE49-F238E27FC236}">
                      <a16:creationId xmlns:a16="http://schemas.microsoft.com/office/drawing/2014/main" id="{79E5F8BC-DD4B-4A5C-8ECF-BEA754550ABB}"/>
                    </a:ext>
                  </a:extLst>
                </p:cNvPr>
                <p:cNvSpPr/>
                <p:nvPr/>
              </p:nvSpPr>
              <p:spPr>
                <a:xfrm>
                  <a:off x="-48237000" y="2342650"/>
                  <a:ext cx="256800" cy="3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2" h="12009" extrusionOk="0">
                      <a:moveTo>
                        <a:pt x="4507" y="679"/>
                      </a:moveTo>
                      <a:cubicBezTo>
                        <a:pt x="4774" y="679"/>
                        <a:pt x="5048" y="706"/>
                        <a:pt x="5325" y="762"/>
                      </a:cubicBezTo>
                      <a:cubicBezTo>
                        <a:pt x="6774" y="1077"/>
                        <a:pt x="7940" y="2274"/>
                        <a:pt x="8255" y="3723"/>
                      </a:cubicBezTo>
                      <a:cubicBezTo>
                        <a:pt x="8381" y="4227"/>
                        <a:pt x="8381" y="4763"/>
                        <a:pt x="8318" y="5267"/>
                      </a:cubicBezTo>
                      <a:cubicBezTo>
                        <a:pt x="8318" y="5330"/>
                        <a:pt x="8318" y="5424"/>
                        <a:pt x="8350" y="5487"/>
                      </a:cubicBezTo>
                      <a:lnTo>
                        <a:pt x="9263" y="7220"/>
                      </a:lnTo>
                      <a:cubicBezTo>
                        <a:pt x="9389" y="7441"/>
                        <a:pt x="9232" y="7756"/>
                        <a:pt x="8980" y="7756"/>
                      </a:cubicBezTo>
                      <a:lnTo>
                        <a:pt x="8034" y="7756"/>
                      </a:lnTo>
                      <a:cubicBezTo>
                        <a:pt x="7845" y="7756"/>
                        <a:pt x="7688" y="7913"/>
                        <a:pt x="7688" y="8102"/>
                      </a:cubicBezTo>
                      <a:lnTo>
                        <a:pt x="7688" y="9867"/>
                      </a:lnTo>
                      <a:lnTo>
                        <a:pt x="5892" y="9867"/>
                      </a:lnTo>
                      <a:cubicBezTo>
                        <a:pt x="5703" y="9867"/>
                        <a:pt x="5546" y="10024"/>
                        <a:pt x="5546" y="10213"/>
                      </a:cubicBezTo>
                      <a:lnTo>
                        <a:pt x="5546" y="11284"/>
                      </a:lnTo>
                      <a:lnTo>
                        <a:pt x="2049" y="11284"/>
                      </a:lnTo>
                      <a:lnTo>
                        <a:pt x="2049" y="7693"/>
                      </a:lnTo>
                      <a:cubicBezTo>
                        <a:pt x="2049" y="7598"/>
                        <a:pt x="2017" y="7504"/>
                        <a:pt x="1923" y="7441"/>
                      </a:cubicBezTo>
                      <a:cubicBezTo>
                        <a:pt x="1103" y="6685"/>
                        <a:pt x="631" y="5645"/>
                        <a:pt x="631" y="4542"/>
                      </a:cubicBezTo>
                      <a:cubicBezTo>
                        <a:pt x="631" y="2387"/>
                        <a:pt x="2372" y="679"/>
                        <a:pt x="4507" y="679"/>
                      </a:cubicBezTo>
                      <a:close/>
                      <a:moveTo>
                        <a:pt x="4570" y="0"/>
                      </a:moveTo>
                      <a:cubicBezTo>
                        <a:pt x="2059" y="0"/>
                        <a:pt x="1" y="1999"/>
                        <a:pt x="1" y="4542"/>
                      </a:cubicBezTo>
                      <a:cubicBezTo>
                        <a:pt x="1" y="5802"/>
                        <a:pt x="505" y="7000"/>
                        <a:pt x="1418" y="7850"/>
                      </a:cubicBezTo>
                      <a:lnTo>
                        <a:pt x="1418" y="11631"/>
                      </a:lnTo>
                      <a:cubicBezTo>
                        <a:pt x="1418" y="11851"/>
                        <a:pt x="1576" y="12009"/>
                        <a:pt x="1765" y="12009"/>
                      </a:cubicBezTo>
                      <a:lnTo>
                        <a:pt x="5987" y="12009"/>
                      </a:lnTo>
                      <a:cubicBezTo>
                        <a:pt x="6176" y="12009"/>
                        <a:pt x="6333" y="11851"/>
                        <a:pt x="6333" y="11631"/>
                      </a:cubicBezTo>
                      <a:lnTo>
                        <a:pt x="6333" y="10591"/>
                      </a:lnTo>
                      <a:lnTo>
                        <a:pt x="8097" y="10591"/>
                      </a:lnTo>
                      <a:cubicBezTo>
                        <a:pt x="8287" y="10591"/>
                        <a:pt x="8444" y="10434"/>
                        <a:pt x="8444" y="10213"/>
                      </a:cubicBezTo>
                      <a:lnTo>
                        <a:pt x="8444" y="8449"/>
                      </a:lnTo>
                      <a:lnTo>
                        <a:pt x="9043" y="8449"/>
                      </a:lnTo>
                      <a:cubicBezTo>
                        <a:pt x="9799" y="8417"/>
                        <a:pt x="10271" y="7598"/>
                        <a:pt x="9925" y="6874"/>
                      </a:cubicBezTo>
                      <a:lnTo>
                        <a:pt x="9043" y="5267"/>
                      </a:lnTo>
                      <a:cubicBezTo>
                        <a:pt x="9137" y="4700"/>
                        <a:pt x="9137" y="4164"/>
                        <a:pt x="9011" y="3597"/>
                      </a:cubicBezTo>
                      <a:cubicBezTo>
                        <a:pt x="8665" y="1864"/>
                        <a:pt x="7247" y="510"/>
                        <a:pt x="5546" y="100"/>
                      </a:cubicBezTo>
                      <a:cubicBezTo>
                        <a:pt x="5215" y="33"/>
                        <a:pt x="4889" y="0"/>
                        <a:pt x="45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24" name="Google Shape;5738;p62">
                  <a:extLst>
                    <a:ext uri="{FF2B5EF4-FFF2-40B4-BE49-F238E27FC236}">
                      <a16:creationId xmlns:a16="http://schemas.microsoft.com/office/drawing/2014/main" id="{ADEB0AA2-E110-4395-BFCB-9F8A2A9E053A}"/>
                    </a:ext>
                  </a:extLst>
                </p:cNvPr>
                <p:cNvSpPr/>
                <p:nvPr/>
              </p:nvSpPr>
              <p:spPr>
                <a:xfrm>
                  <a:off x="-48195250" y="2377425"/>
                  <a:ext cx="1441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6" h="5609" extrusionOk="0">
                      <a:moveTo>
                        <a:pt x="3214" y="757"/>
                      </a:moveTo>
                      <a:lnTo>
                        <a:pt x="3214" y="883"/>
                      </a:lnTo>
                      <a:cubicBezTo>
                        <a:pt x="3214" y="1040"/>
                        <a:pt x="3277" y="1135"/>
                        <a:pt x="3435" y="1198"/>
                      </a:cubicBezTo>
                      <a:cubicBezTo>
                        <a:pt x="3624" y="1261"/>
                        <a:pt x="3844" y="1387"/>
                        <a:pt x="4002" y="1513"/>
                      </a:cubicBezTo>
                      <a:cubicBezTo>
                        <a:pt x="4061" y="1553"/>
                        <a:pt x="4146" y="1593"/>
                        <a:pt x="4233" y="1593"/>
                      </a:cubicBezTo>
                      <a:cubicBezTo>
                        <a:pt x="4283" y="1593"/>
                        <a:pt x="4333" y="1579"/>
                        <a:pt x="4380" y="1545"/>
                      </a:cubicBezTo>
                      <a:lnTo>
                        <a:pt x="4506" y="1482"/>
                      </a:lnTo>
                      <a:lnTo>
                        <a:pt x="4852" y="2049"/>
                      </a:lnTo>
                      <a:lnTo>
                        <a:pt x="4726" y="2143"/>
                      </a:lnTo>
                      <a:cubicBezTo>
                        <a:pt x="4632" y="2206"/>
                        <a:pt x="4537" y="2364"/>
                        <a:pt x="4569" y="2490"/>
                      </a:cubicBezTo>
                      <a:cubicBezTo>
                        <a:pt x="4632" y="2710"/>
                        <a:pt x="4632" y="2899"/>
                        <a:pt x="4569" y="3120"/>
                      </a:cubicBezTo>
                      <a:cubicBezTo>
                        <a:pt x="4537" y="3277"/>
                        <a:pt x="4632" y="3403"/>
                        <a:pt x="4726" y="3466"/>
                      </a:cubicBezTo>
                      <a:lnTo>
                        <a:pt x="4852" y="3561"/>
                      </a:lnTo>
                      <a:lnTo>
                        <a:pt x="4506" y="4159"/>
                      </a:lnTo>
                      <a:lnTo>
                        <a:pt x="4380" y="4065"/>
                      </a:lnTo>
                      <a:cubicBezTo>
                        <a:pt x="4323" y="4037"/>
                        <a:pt x="4260" y="4021"/>
                        <a:pt x="4199" y="4021"/>
                      </a:cubicBezTo>
                      <a:cubicBezTo>
                        <a:pt x="4125" y="4021"/>
                        <a:pt x="4054" y="4044"/>
                        <a:pt x="4002" y="4096"/>
                      </a:cubicBezTo>
                      <a:cubicBezTo>
                        <a:pt x="3844" y="4254"/>
                        <a:pt x="3624" y="4348"/>
                        <a:pt x="3435" y="4411"/>
                      </a:cubicBezTo>
                      <a:cubicBezTo>
                        <a:pt x="3277" y="4475"/>
                        <a:pt x="3214" y="4632"/>
                        <a:pt x="3214" y="4727"/>
                      </a:cubicBezTo>
                      <a:lnTo>
                        <a:pt x="3214" y="4853"/>
                      </a:lnTo>
                      <a:lnTo>
                        <a:pt x="2489" y="4853"/>
                      </a:lnTo>
                      <a:lnTo>
                        <a:pt x="2489" y="4727"/>
                      </a:lnTo>
                      <a:cubicBezTo>
                        <a:pt x="2489" y="4569"/>
                        <a:pt x="2426" y="4475"/>
                        <a:pt x="2269" y="4411"/>
                      </a:cubicBezTo>
                      <a:cubicBezTo>
                        <a:pt x="2048" y="4348"/>
                        <a:pt x="1859" y="4222"/>
                        <a:pt x="1702" y="4096"/>
                      </a:cubicBezTo>
                      <a:cubicBezTo>
                        <a:pt x="1622" y="4057"/>
                        <a:pt x="1530" y="4017"/>
                        <a:pt x="1449" y="4017"/>
                      </a:cubicBezTo>
                      <a:cubicBezTo>
                        <a:pt x="1402" y="4017"/>
                        <a:pt x="1358" y="4030"/>
                        <a:pt x="1324" y="4065"/>
                      </a:cubicBezTo>
                      <a:lnTo>
                        <a:pt x="1198" y="4159"/>
                      </a:lnTo>
                      <a:lnTo>
                        <a:pt x="851" y="3561"/>
                      </a:lnTo>
                      <a:lnTo>
                        <a:pt x="946" y="3466"/>
                      </a:lnTo>
                      <a:cubicBezTo>
                        <a:pt x="1072" y="3403"/>
                        <a:pt x="1166" y="3246"/>
                        <a:pt x="1103" y="3120"/>
                      </a:cubicBezTo>
                      <a:cubicBezTo>
                        <a:pt x="1072" y="2899"/>
                        <a:pt x="1072" y="2710"/>
                        <a:pt x="1103" y="2490"/>
                      </a:cubicBezTo>
                      <a:cubicBezTo>
                        <a:pt x="1166" y="2332"/>
                        <a:pt x="1072" y="2206"/>
                        <a:pt x="946" y="2143"/>
                      </a:cubicBezTo>
                      <a:lnTo>
                        <a:pt x="851" y="2049"/>
                      </a:lnTo>
                      <a:lnTo>
                        <a:pt x="1198" y="1482"/>
                      </a:lnTo>
                      <a:lnTo>
                        <a:pt x="1324" y="1545"/>
                      </a:lnTo>
                      <a:cubicBezTo>
                        <a:pt x="1366" y="1573"/>
                        <a:pt x="1421" y="1588"/>
                        <a:pt x="1481" y="1588"/>
                      </a:cubicBezTo>
                      <a:cubicBezTo>
                        <a:pt x="1553" y="1588"/>
                        <a:pt x="1632" y="1565"/>
                        <a:pt x="1702" y="1513"/>
                      </a:cubicBezTo>
                      <a:cubicBezTo>
                        <a:pt x="1859" y="1356"/>
                        <a:pt x="2048" y="1261"/>
                        <a:pt x="2269" y="1198"/>
                      </a:cubicBezTo>
                      <a:cubicBezTo>
                        <a:pt x="2426" y="1135"/>
                        <a:pt x="2489" y="977"/>
                        <a:pt x="2489" y="883"/>
                      </a:cubicBezTo>
                      <a:lnTo>
                        <a:pt x="2489" y="757"/>
                      </a:lnTo>
                      <a:close/>
                      <a:moveTo>
                        <a:pt x="2174" y="1"/>
                      </a:moveTo>
                      <a:cubicBezTo>
                        <a:pt x="1985" y="1"/>
                        <a:pt x="1828" y="158"/>
                        <a:pt x="1828" y="379"/>
                      </a:cubicBezTo>
                      <a:lnTo>
                        <a:pt x="1828" y="599"/>
                      </a:lnTo>
                      <a:cubicBezTo>
                        <a:pt x="1702" y="631"/>
                        <a:pt x="1576" y="725"/>
                        <a:pt x="1513" y="788"/>
                      </a:cubicBezTo>
                      <a:lnTo>
                        <a:pt x="1324" y="694"/>
                      </a:lnTo>
                      <a:cubicBezTo>
                        <a:pt x="1265" y="658"/>
                        <a:pt x="1192" y="641"/>
                        <a:pt x="1122" y="641"/>
                      </a:cubicBezTo>
                      <a:cubicBezTo>
                        <a:pt x="1004" y="641"/>
                        <a:pt x="890" y="690"/>
                        <a:pt x="851" y="788"/>
                      </a:cubicBezTo>
                      <a:lnTo>
                        <a:pt x="126" y="2017"/>
                      </a:lnTo>
                      <a:cubicBezTo>
                        <a:pt x="63" y="2175"/>
                        <a:pt x="95" y="2427"/>
                        <a:pt x="253" y="2490"/>
                      </a:cubicBezTo>
                      <a:lnTo>
                        <a:pt x="442" y="2616"/>
                      </a:lnTo>
                      <a:lnTo>
                        <a:pt x="442" y="2994"/>
                      </a:lnTo>
                      <a:lnTo>
                        <a:pt x="253" y="3120"/>
                      </a:lnTo>
                      <a:cubicBezTo>
                        <a:pt x="95" y="3214"/>
                        <a:pt x="0" y="3435"/>
                        <a:pt x="126" y="3592"/>
                      </a:cubicBezTo>
                      <a:lnTo>
                        <a:pt x="851" y="4821"/>
                      </a:lnTo>
                      <a:cubicBezTo>
                        <a:pt x="894" y="4928"/>
                        <a:pt x="1024" y="4991"/>
                        <a:pt x="1152" y="4991"/>
                      </a:cubicBezTo>
                      <a:cubicBezTo>
                        <a:pt x="1213" y="4991"/>
                        <a:pt x="1273" y="4977"/>
                        <a:pt x="1324" y="4947"/>
                      </a:cubicBezTo>
                      <a:lnTo>
                        <a:pt x="1513" y="4821"/>
                      </a:lnTo>
                      <a:cubicBezTo>
                        <a:pt x="1639" y="4884"/>
                        <a:pt x="1733" y="4979"/>
                        <a:pt x="1828" y="5010"/>
                      </a:cubicBezTo>
                      <a:lnTo>
                        <a:pt x="1828" y="5262"/>
                      </a:lnTo>
                      <a:cubicBezTo>
                        <a:pt x="1828" y="5451"/>
                        <a:pt x="1985" y="5609"/>
                        <a:pt x="2174" y="5609"/>
                      </a:cubicBezTo>
                      <a:lnTo>
                        <a:pt x="3592" y="5609"/>
                      </a:lnTo>
                      <a:cubicBezTo>
                        <a:pt x="3781" y="5609"/>
                        <a:pt x="3939" y="5451"/>
                        <a:pt x="3939" y="5262"/>
                      </a:cubicBezTo>
                      <a:lnTo>
                        <a:pt x="3939" y="5010"/>
                      </a:lnTo>
                      <a:cubicBezTo>
                        <a:pt x="4065" y="4979"/>
                        <a:pt x="4191" y="4884"/>
                        <a:pt x="4254" y="4821"/>
                      </a:cubicBezTo>
                      <a:lnTo>
                        <a:pt x="4474" y="4947"/>
                      </a:lnTo>
                      <a:cubicBezTo>
                        <a:pt x="4524" y="4967"/>
                        <a:pt x="4580" y="4978"/>
                        <a:pt x="4637" y="4978"/>
                      </a:cubicBezTo>
                      <a:cubicBezTo>
                        <a:pt x="4759" y="4978"/>
                        <a:pt x="4882" y="4929"/>
                        <a:pt x="4947" y="4821"/>
                      </a:cubicBezTo>
                      <a:lnTo>
                        <a:pt x="5640" y="3592"/>
                      </a:lnTo>
                      <a:cubicBezTo>
                        <a:pt x="5734" y="3435"/>
                        <a:pt x="5671" y="3214"/>
                        <a:pt x="5514" y="3120"/>
                      </a:cubicBezTo>
                      <a:lnTo>
                        <a:pt x="5325" y="2994"/>
                      </a:lnTo>
                      <a:lnTo>
                        <a:pt x="5325" y="2616"/>
                      </a:lnTo>
                      <a:lnTo>
                        <a:pt x="5514" y="2490"/>
                      </a:lnTo>
                      <a:cubicBezTo>
                        <a:pt x="5671" y="2427"/>
                        <a:pt x="5766" y="2206"/>
                        <a:pt x="5640" y="2017"/>
                      </a:cubicBezTo>
                      <a:lnTo>
                        <a:pt x="4947" y="788"/>
                      </a:lnTo>
                      <a:cubicBezTo>
                        <a:pt x="4887" y="689"/>
                        <a:pt x="4777" y="627"/>
                        <a:pt x="4664" y="627"/>
                      </a:cubicBezTo>
                      <a:cubicBezTo>
                        <a:pt x="4598" y="627"/>
                        <a:pt x="4532" y="648"/>
                        <a:pt x="4474" y="694"/>
                      </a:cubicBezTo>
                      <a:lnTo>
                        <a:pt x="4254" y="788"/>
                      </a:lnTo>
                      <a:cubicBezTo>
                        <a:pt x="4159" y="725"/>
                        <a:pt x="4033" y="631"/>
                        <a:pt x="3939" y="599"/>
                      </a:cubicBezTo>
                      <a:lnTo>
                        <a:pt x="3939" y="379"/>
                      </a:lnTo>
                      <a:cubicBezTo>
                        <a:pt x="3939" y="158"/>
                        <a:pt x="3781" y="1"/>
                        <a:pt x="3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25" name="Google Shape;5739;p62">
                  <a:extLst>
                    <a:ext uri="{FF2B5EF4-FFF2-40B4-BE49-F238E27FC236}">
                      <a16:creationId xmlns:a16="http://schemas.microsoft.com/office/drawing/2014/main" id="{E0627B81-E700-4713-9064-CCDC08891230}"/>
                    </a:ext>
                  </a:extLst>
                </p:cNvPr>
                <p:cNvSpPr/>
                <p:nvPr/>
              </p:nvSpPr>
              <p:spPr>
                <a:xfrm>
                  <a:off x="-48150350" y="2422325"/>
                  <a:ext cx="527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2112" extrusionOk="0">
                      <a:moveTo>
                        <a:pt x="1040" y="662"/>
                      </a:moveTo>
                      <a:cubicBezTo>
                        <a:pt x="1260" y="662"/>
                        <a:pt x="1418" y="820"/>
                        <a:pt x="1418" y="1009"/>
                      </a:cubicBezTo>
                      <a:cubicBezTo>
                        <a:pt x="1418" y="1198"/>
                        <a:pt x="1260" y="1355"/>
                        <a:pt x="1040" y="1355"/>
                      </a:cubicBezTo>
                      <a:cubicBezTo>
                        <a:pt x="851" y="1355"/>
                        <a:pt x="693" y="1198"/>
                        <a:pt x="693" y="1009"/>
                      </a:cubicBezTo>
                      <a:cubicBezTo>
                        <a:pt x="693" y="820"/>
                        <a:pt x="851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639"/>
                        <a:pt x="473" y="2111"/>
                        <a:pt x="1040" y="2111"/>
                      </a:cubicBezTo>
                      <a:cubicBezTo>
                        <a:pt x="1639" y="2111"/>
                        <a:pt x="2111" y="1639"/>
                        <a:pt x="2111" y="1040"/>
                      </a:cubicBezTo>
                      <a:cubicBezTo>
                        <a:pt x="2111" y="473"/>
                        <a:pt x="163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</p:grpSp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6B919548-1B0F-4CE3-A977-5F78AF28AEA3}"/>
                </a:ext>
              </a:extLst>
            </p:cNvPr>
            <p:cNvGrpSpPr/>
            <p:nvPr/>
          </p:nvGrpSpPr>
          <p:grpSpPr>
            <a:xfrm>
              <a:off x="9158673" y="5335457"/>
              <a:ext cx="959691" cy="959691"/>
              <a:chOff x="3138803" y="374584"/>
              <a:chExt cx="959691" cy="959691"/>
            </a:xfrm>
          </p:grpSpPr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B7357946-E037-49F7-A744-6FB52554A829}"/>
                  </a:ext>
                </a:extLst>
              </p:cNvPr>
              <p:cNvSpPr/>
              <p:nvPr/>
            </p:nvSpPr>
            <p:spPr>
              <a:xfrm>
                <a:off x="3138803" y="374584"/>
                <a:ext cx="959691" cy="95969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20" name="Google Shape;4448;p59">
                <a:extLst>
                  <a:ext uri="{FF2B5EF4-FFF2-40B4-BE49-F238E27FC236}">
                    <a16:creationId xmlns:a16="http://schemas.microsoft.com/office/drawing/2014/main" id="{B5685467-7646-4328-9F6A-FDAD85AFCDDC}"/>
                  </a:ext>
                </a:extLst>
              </p:cNvPr>
              <p:cNvSpPr/>
              <p:nvPr/>
            </p:nvSpPr>
            <p:spPr>
              <a:xfrm>
                <a:off x="3375380" y="612088"/>
                <a:ext cx="486537" cy="484683"/>
              </a:xfrm>
              <a:custGeom>
                <a:avLst/>
                <a:gdLst/>
                <a:ahLst/>
                <a:cxnLst/>
                <a:rect l="l" t="t" r="r" b="b"/>
                <a:pathLst>
                  <a:path w="19401" h="19327" extrusionOk="0">
                    <a:moveTo>
                      <a:pt x="14796" y="1700"/>
                    </a:moveTo>
                    <a:lnTo>
                      <a:pt x="17815" y="3965"/>
                    </a:lnTo>
                    <a:lnTo>
                      <a:pt x="14796" y="6229"/>
                    </a:lnTo>
                    <a:lnTo>
                      <a:pt x="14796" y="5097"/>
                    </a:lnTo>
                    <a:cubicBezTo>
                      <a:pt x="14796" y="4783"/>
                      <a:pt x="14542" y="4529"/>
                      <a:pt x="14231" y="4529"/>
                    </a:cubicBezTo>
                    <a:lnTo>
                      <a:pt x="10795" y="4529"/>
                    </a:lnTo>
                    <a:cubicBezTo>
                      <a:pt x="9807" y="4529"/>
                      <a:pt x="8893" y="5046"/>
                      <a:pt x="8379" y="5888"/>
                    </a:cubicBezTo>
                    <a:cubicBezTo>
                      <a:pt x="8177" y="5547"/>
                      <a:pt x="7932" y="5230"/>
                      <a:pt x="7658" y="4946"/>
                    </a:cubicBezTo>
                    <a:cubicBezTo>
                      <a:pt x="8409" y="3974"/>
                      <a:pt x="9566" y="3403"/>
                      <a:pt x="10795" y="3397"/>
                    </a:cubicBezTo>
                    <a:lnTo>
                      <a:pt x="14231" y="3397"/>
                    </a:lnTo>
                    <a:cubicBezTo>
                      <a:pt x="14542" y="3397"/>
                      <a:pt x="14796" y="3143"/>
                      <a:pt x="14796" y="2832"/>
                    </a:cubicBezTo>
                    <a:lnTo>
                      <a:pt x="14796" y="1700"/>
                    </a:lnTo>
                    <a:close/>
                    <a:moveTo>
                      <a:pt x="5807" y="13011"/>
                    </a:moveTo>
                    <a:cubicBezTo>
                      <a:pt x="5888" y="13398"/>
                      <a:pt x="6015" y="13778"/>
                      <a:pt x="6184" y="14137"/>
                    </a:cubicBezTo>
                    <a:cubicBezTo>
                      <a:pt x="5538" y="14566"/>
                      <a:pt x="4777" y="14796"/>
                      <a:pt x="4001" y="14796"/>
                    </a:cubicBezTo>
                    <a:lnTo>
                      <a:pt x="1700" y="14796"/>
                    </a:lnTo>
                    <a:cubicBezTo>
                      <a:pt x="1386" y="14796"/>
                      <a:pt x="1133" y="14542"/>
                      <a:pt x="1133" y="14231"/>
                    </a:cubicBezTo>
                    <a:cubicBezTo>
                      <a:pt x="1133" y="13917"/>
                      <a:pt x="1386" y="13663"/>
                      <a:pt x="1700" y="13663"/>
                    </a:cubicBezTo>
                    <a:lnTo>
                      <a:pt x="4001" y="13663"/>
                    </a:lnTo>
                    <a:cubicBezTo>
                      <a:pt x="4662" y="13663"/>
                      <a:pt x="5299" y="13434"/>
                      <a:pt x="5807" y="13011"/>
                    </a:cubicBezTo>
                    <a:close/>
                    <a:moveTo>
                      <a:pt x="4001" y="4529"/>
                    </a:moveTo>
                    <a:cubicBezTo>
                      <a:pt x="6190" y="4532"/>
                      <a:pt x="7963" y="6305"/>
                      <a:pt x="7966" y="8494"/>
                    </a:cubicBezTo>
                    <a:lnTo>
                      <a:pt x="7966" y="11966"/>
                    </a:lnTo>
                    <a:cubicBezTo>
                      <a:pt x="7966" y="13527"/>
                      <a:pt x="9231" y="14792"/>
                      <a:pt x="10795" y="14796"/>
                    </a:cubicBezTo>
                    <a:lnTo>
                      <a:pt x="14231" y="14796"/>
                    </a:lnTo>
                    <a:cubicBezTo>
                      <a:pt x="14542" y="14796"/>
                      <a:pt x="14796" y="14542"/>
                      <a:pt x="14796" y="14231"/>
                    </a:cubicBezTo>
                    <a:lnTo>
                      <a:pt x="14796" y="13099"/>
                    </a:lnTo>
                    <a:lnTo>
                      <a:pt x="17815" y="15363"/>
                    </a:lnTo>
                    <a:lnTo>
                      <a:pt x="14796" y="17628"/>
                    </a:lnTo>
                    <a:lnTo>
                      <a:pt x="14796" y="16495"/>
                    </a:lnTo>
                    <a:cubicBezTo>
                      <a:pt x="14796" y="16181"/>
                      <a:pt x="14542" y="15928"/>
                      <a:pt x="14231" y="15928"/>
                    </a:cubicBezTo>
                    <a:lnTo>
                      <a:pt x="10795" y="15928"/>
                    </a:lnTo>
                    <a:cubicBezTo>
                      <a:pt x="8606" y="15925"/>
                      <a:pt x="6833" y="14152"/>
                      <a:pt x="6833" y="11966"/>
                    </a:cubicBezTo>
                    <a:lnTo>
                      <a:pt x="6833" y="8494"/>
                    </a:lnTo>
                    <a:cubicBezTo>
                      <a:pt x="6830" y="6930"/>
                      <a:pt x="5565" y="5665"/>
                      <a:pt x="4001" y="5662"/>
                    </a:cubicBezTo>
                    <a:lnTo>
                      <a:pt x="1700" y="5662"/>
                    </a:lnTo>
                    <a:cubicBezTo>
                      <a:pt x="1386" y="5662"/>
                      <a:pt x="1133" y="5408"/>
                      <a:pt x="1133" y="5097"/>
                    </a:cubicBezTo>
                    <a:cubicBezTo>
                      <a:pt x="1133" y="4783"/>
                      <a:pt x="1386" y="4529"/>
                      <a:pt x="1700" y="4529"/>
                    </a:cubicBezTo>
                    <a:close/>
                    <a:moveTo>
                      <a:pt x="14230" y="0"/>
                    </a:moveTo>
                    <a:cubicBezTo>
                      <a:pt x="13937" y="0"/>
                      <a:pt x="13663" y="232"/>
                      <a:pt x="13663" y="568"/>
                    </a:cubicBezTo>
                    <a:lnTo>
                      <a:pt x="13663" y="2265"/>
                    </a:lnTo>
                    <a:lnTo>
                      <a:pt x="10795" y="2265"/>
                    </a:lnTo>
                    <a:cubicBezTo>
                      <a:pt x="9228" y="2265"/>
                      <a:pt x="7745" y="2989"/>
                      <a:pt x="6782" y="4224"/>
                    </a:cubicBezTo>
                    <a:cubicBezTo>
                      <a:pt x="5955" y="3684"/>
                      <a:pt x="4988" y="3397"/>
                      <a:pt x="4001" y="3397"/>
                    </a:cubicBezTo>
                    <a:lnTo>
                      <a:pt x="1700" y="3397"/>
                    </a:lnTo>
                    <a:cubicBezTo>
                      <a:pt x="761" y="3397"/>
                      <a:pt x="0" y="4158"/>
                      <a:pt x="0" y="5097"/>
                    </a:cubicBezTo>
                    <a:cubicBezTo>
                      <a:pt x="0" y="6033"/>
                      <a:pt x="761" y="6794"/>
                      <a:pt x="1700" y="6794"/>
                    </a:cubicBezTo>
                    <a:lnTo>
                      <a:pt x="4001" y="6794"/>
                    </a:lnTo>
                    <a:cubicBezTo>
                      <a:pt x="4940" y="6794"/>
                      <a:pt x="5698" y="7555"/>
                      <a:pt x="5701" y="8494"/>
                    </a:cubicBezTo>
                    <a:lnTo>
                      <a:pt x="5701" y="10834"/>
                    </a:lnTo>
                    <a:cubicBezTo>
                      <a:pt x="5698" y="11770"/>
                      <a:pt x="4940" y="12531"/>
                      <a:pt x="4001" y="12531"/>
                    </a:cubicBezTo>
                    <a:lnTo>
                      <a:pt x="1700" y="12531"/>
                    </a:lnTo>
                    <a:cubicBezTo>
                      <a:pt x="761" y="12531"/>
                      <a:pt x="0" y="13292"/>
                      <a:pt x="0" y="14231"/>
                    </a:cubicBezTo>
                    <a:cubicBezTo>
                      <a:pt x="0" y="15167"/>
                      <a:pt x="761" y="15928"/>
                      <a:pt x="1700" y="15928"/>
                    </a:cubicBezTo>
                    <a:lnTo>
                      <a:pt x="4001" y="15928"/>
                    </a:lnTo>
                    <a:cubicBezTo>
                      <a:pt x="4988" y="15928"/>
                      <a:pt x="5955" y="15641"/>
                      <a:pt x="6782" y="15100"/>
                    </a:cubicBezTo>
                    <a:cubicBezTo>
                      <a:pt x="7745" y="16338"/>
                      <a:pt x="9228" y="17060"/>
                      <a:pt x="10795" y="17060"/>
                    </a:cubicBezTo>
                    <a:lnTo>
                      <a:pt x="13663" y="17060"/>
                    </a:lnTo>
                    <a:lnTo>
                      <a:pt x="13663" y="18760"/>
                    </a:lnTo>
                    <a:cubicBezTo>
                      <a:pt x="13663" y="19095"/>
                      <a:pt x="13938" y="19326"/>
                      <a:pt x="14232" y="19326"/>
                    </a:cubicBezTo>
                    <a:cubicBezTo>
                      <a:pt x="14347" y="19326"/>
                      <a:pt x="14464" y="19291"/>
                      <a:pt x="14569" y="19213"/>
                    </a:cubicBezTo>
                    <a:lnTo>
                      <a:pt x="19098" y="15816"/>
                    </a:lnTo>
                    <a:cubicBezTo>
                      <a:pt x="19400" y="15590"/>
                      <a:pt x="19400" y="15134"/>
                      <a:pt x="19098" y="14910"/>
                    </a:cubicBezTo>
                    <a:lnTo>
                      <a:pt x="14569" y="11513"/>
                    </a:lnTo>
                    <a:cubicBezTo>
                      <a:pt x="14464" y="11434"/>
                      <a:pt x="14345" y="11398"/>
                      <a:pt x="14230" y="11398"/>
                    </a:cubicBezTo>
                    <a:cubicBezTo>
                      <a:pt x="13937" y="11398"/>
                      <a:pt x="13663" y="11630"/>
                      <a:pt x="13663" y="11966"/>
                    </a:cubicBezTo>
                    <a:lnTo>
                      <a:pt x="13663" y="13663"/>
                    </a:lnTo>
                    <a:lnTo>
                      <a:pt x="10795" y="13663"/>
                    </a:lnTo>
                    <a:cubicBezTo>
                      <a:pt x="9856" y="13663"/>
                      <a:pt x="9098" y="12902"/>
                      <a:pt x="9098" y="11966"/>
                    </a:cubicBezTo>
                    <a:lnTo>
                      <a:pt x="9098" y="7362"/>
                    </a:lnTo>
                    <a:cubicBezTo>
                      <a:pt x="9098" y="6423"/>
                      <a:pt x="9856" y="5662"/>
                      <a:pt x="10795" y="5662"/>
                    </a:cubicBezTo>
                    <a:lnTo>
                      <a:pt x="13663" y="5662"/>
                    </a:lnTo>
                    <a:lnTo>
                      <a:pt x="13663" y="7362"/>
                    </a:lnTo>
                    <a:cubicBezTo>
                      <a:pt x="13663" y="7576"/>
                      <a:pt x="13784" y="7769"/>
                      <a:pt x="13977" y="7866"/>
                    </a:cubicBezTo>
                    <a:cubicBezTo>
                      <a:pt x="14057" y="7906"/>
                      <a:pt x="14144" y="7926"/>
                      <a:pt x="14230" y="7926"/>
                    </a:cubicBezTo>
                    <a:cubicBezTo>
                      <a:pt x="14350" y="7926"/>
                      <a:pt x="14469" y="7888"/>
                      <a:pt x="14569" y="7815"/>
                    </a:cubicBezTo>
                    <a:lnTo>
                      <a:pt x="19098" y="4418"/>
                    </a:lnTo>
                    <a:cubicBezTo>
                      <a:pt x="19400" y="4191"/>
                      <a:pt x="19400" y="3735"/>
                      <a:pt x="19098" y="3512"/>
                    </a:cubicBezTo>
                    <a:lnTo>
                      <a:pt x="14569" y="115"/>
                    </a:lnTo>
                    <a:cubicBezTo>
                      <a:pt x="14464" y="36"/>
                      <a:pt x="14345" y="0"/>
                      <a:pt x="1423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050"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7BAE11E5-8D18-49D1-A970-30C98D9EA072}"/>
                </a:ext>
              </a:extLst>
            </p:cNvPr>
            <p:cNvGrpSpPr/>
            <p:nvPr/>
          </p:nvGrpSpPr>
          <p:grpSpPr>
            <a:xfrm>
              <a:off x="10888032" y="5314628"/>
              <a:ext cx="959691" cy="959691"/>
              <a:chOff x="4531562" y="397877"/>
              <a:chExt cx="959691" cy="959691"/>
            </a:xfrm>
          </p:grpSpPr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A9591E60-A0E7-4E12-A8D8-AFB41E51338F}"/>
                  </a:ext>
                </a:extLst>
              </p:cNvPr>
              <p:cNvSpPr/>
              <p:nvPr/>
            </p:nvSpPr>
            <p:spPr>
              <a:xfrm>
                <a:off x="4531562" y="397877"/>
                <a:ext cx="959691" cy="959691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grpSp>
            <p:nvGrpSpPr>
              <p:cNvPr id="16" name="Google Shape;6317;p63">
                <a:extLst>
                  <a:ext uri="{FF2B5EF4-FFF2-40B4-BE49-F238E27FC236}">
                    <a16:creationId xmlns:a16="http://schemas.microsoft.com/office/drawing/2014/main" id="{73FB236E-0DE3-4873-AEB1-060FE966DBF8}"/>
                  </a:ext>
                </a:extLst>
              </p:cNvPr>
              <p:cNvGrpSpPr/>
              <p:nvPr/>
            </p:nvGrpSpPr>
            <p:grpSpPr>
              <a:xfrm>
                <a:off x="4783384" y="614424"/>
                <a:ext cx="456047" cy="526597"/>
                <a:chOff x="-39783425" y="2337925"/>
                <a:chExt cx="275700" cy="318350"/>
              </a:xfrm>
              <a:solidFill>
                <a:schemeClr val="bg1"/>
              </a:solidFill>
            </p:grpSpPr>
            <p:sp>
              <p:nvSpPr>
                <p:cNvPr id="17" name="Google Shape;6318;p63">
                  <a:extLst>
                    <a:ext uri="{FF2B5EF4-FFF2-40B4-BE49-F238E27FC236}">
                      <a16:creationId xmlns:a16="http://schemas.microsoft.com/office/drawing/2014/main" id="{EB88EB83-5D6C-4E69-AC4B-DA69BB453CE5}"/>
                    </a:ext>
                  </a:extLst>
                </p:cNvPr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3" h="5940" extrusionOk="0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8" name="Google Shape;6319;p63">
                  <a:extLst>
                    <a:ext uri="{FF2B5EF4-FFF2-40B4-BE49-F238E27FC236}">
                      <a16:creationId xmlns:a16="http://schemas.microsoft.com/office/drawing/2014/main" id="{13E67EA4-E4CC-4407-BEBA-3BBAFACD0412}"/>
                    </a:ext>
                  </a:extLst>
                </p:cNvPr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8" h="12734" extrusionOk="0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</p:grp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AA43527-0727-4C81-9324-FB1C1B11E54B}"/>
                </a:ext>
              </a:extLst>
            </p:cNvPr>
            <p:cNvSpPr txBox="1"/>
            <p:nvPr/>
          </p:nvSpPr>
          <p:spPr>
            <a:xfrm>
              <a:off x="5694268" y="6352946"/>
              <a:ext cx="1205142" cy="4924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D78233"/>
                  </a:solidFill>
                  <a:latin typeface="Raleway" pitchFamily="2" charset="0"/>
                </a:rPr>
                <a:t>IDÉE -hypothèse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896729-CF92-4E71-B1E2-E48D7B38AB1E}"/>
                </a:ext>
              </a:extLst>
            </p:cNvPr>
            <p:cNvSpPr txBox="1"/>
            <p:nvPr/>
          </p:nvSpPr>
          <p:spPr>
            <a:xfrm>
              <a:off x="7306587" y="6338887"/>
              <a:ext cx="1205142" cy="318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FFC000"/>
                  </a:solidFill>
                  <a:latin typeface="Raleway" pitchFamily="2" charset="0"/>
                </a:rPr>
                <a:t>CREATIVITÉ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BC3F94B7-F381-4E22-93C9-B5E24772F3F2}"/>
                </a:ext>
              </a:extLst>
            </p:cNvPr>
            <p:cNvSpPr txBox="1"/>
            <p:nvPr/>
          </p:nvSpPr>
          <p:spPr>
            <a:xfrm>
              <a:off x="9035946" y="6338887"/>
              <a:ext cx="1205142" cy="318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92D050"/>
                  </a:solidFill>
                  <a:latin typeface="Raleway" pitchFamily="2" charset="0"/>
                </a:rPr>
                <a:t>SOLUTIONS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DD99677-B26B-4D55-B117-A553A7AD0821}"/>
                </a:ext>
              </a:extLst>
            </p:cNvPr>
            <p:cNvSpPr txBox="1"/>
            <p:nvPr/>
          </p:nvSpPr>
          <p:spPr>
            <a:xfrm>
              <a:off x="10765307" y="6338887"/>
              <a:ext cx="1205142" cy="318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7ACB7B"/>
                  </a:solidFill>
                  <a:latin typeface="Raleway" pitchFamily="2" charset="0"/>
                </a:rPr>
                <a:t>SELECTION</a:t>
              </a: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A30EF87-7647-4B3D-98D6-6F9D815191A0}"/>
              </a:ext>
            </a:extLst>
          </p:cNvPr>
          <p:cNvGrpSpPr/>
          <p:nvPr/>
        </p:nvGrpSpPr>
        <p:grpSpPr>
          <a:xfrm>
            <a:off x="3583697" y="4509770"/>
            <a:ext cx="3020730" cy="1007854"/>
            <a:chOff x="7074865" y="762764"/>
            <a:chExt cx="3944834" cy="1316177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12AA234A-880F-4F1A-9D7A-5BBF26F82BB2}"/>
                </a:ext>
              </a:extLst>
            </p:cNvPr>
            <p:cNvGrpSpPr/>
            <p:nvPr/>
          </p:nvGrpSpPr>
          <p:grpSpPr>
            <a:xfrm>
              <a:off x="7350349" y="784427"/>
              <a:ext cx="959691" cy="959691"/>
              <a:chOff x="5886531" y="455182"/>
              <a:chExt cx="959691" cy="959691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89EE055E-E7E8-4077-B11B-6F339DF3309C}"/>
                  </a:ext>
                </a:extLst>
              </p:cNvPr>
              <p:cNvSpPr/>
              <p:nvPr/>
            </p:nvSpPr>
            <p:spPr>
              <a:xfrm>
                <a:off x="5886531" y="455182"/>
                <a:ext cx="959691" cy="959691"/>
              </a:xfrm>
              <a:prstGeom prst="ellipse">
                <a:avLst/>
              </a:prstGeom>
              <a:solidFill>
                <a:srgbClr val="398C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49" name="Google Shape;4413;p59">
                <a:extLst>
                  <a:ext uri="{FF2B5EF4-FFF2-40B4-BE49-F238E27FC236}">
                    <a16:creationId xmlns:a16="http://schemas.microsoft.com/office/drawing/2014/main" id="{40079E3C-03D7-4A9F-8EE6-B15B96CA9ECD}"/>
                  </a:ext>
                </a:extLst>
              </p:cNvPr>
              <p:cNvGrpSpPr/>
              <p:nvPr/>
            </p:nvGrpSpPr>
            <p:grpSpPr>
              <a:xfrm>
                <a:off x="6115256" y="692661"/>
                <a:ext cx="502241" cy="484733"/>
                <a:chOff x="3857225" y="238125"/>
                <a:chExt cx="500575" cy="483125"/>
              </a:xfrm>
              <a:solidFill>
                <a:schemeClr val="bg1"/>
              </a:solidFill>
            </p:grpSpPr>
            <p:sp>
              <p:nvSpPr>
                <p:cNvPr id="50" name="Google Shape;4414;p59">
                  <a:extLst>
                    <a:ext uri="{FF2B5EF4-FFF2-40B4-BE49-F238E27FC236}">
                      <a16:creationId xmlns:a16="http://schemas.microsoft.com/office/drawing/2014/main" id="{C10833BA-2FD9-4CDF-A760-F58023CFE6B5}"/>
                    </a:ext>
                  </a:extLst>
                </p:cNvPr>
                <p:cNvSpPr/>
                <p:nvPr/>
              </p:nvSpPr>
              <p:spPr>
                <a:xfrm>
                  <a:off x="3857225" y="238125"/>
                  <a:ext cx="500575" cy="48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3" h="19325" extrusionOk="0">
                      <a:moveTo>
                        <a:pt x="15671" y="3398"/>
                      </a:moveTo>
                      <a:cubicBezTo>
                        <a:pt x="15707" y="3398"/>
                        <a:pt x="15744" y="3402"/>
                        <a:pt x="15780" y="3409"/>
                      </a:cubicBezTo>
                      <a:lnTo>
                        <a:pt x="15801" y="3415"/>
                      </a:lnTo>
                      <a:cubicBezTo>
                        <a:pt x="15814" y="3415"/>
                        <a:pt x="15823" y="3418"/>
                        <a:pt x="15835" y="3421"/>
                      </a:cubicBezTo>
                      <a:cubicBezTo>
                        <a:pt x="15844" y="3424"/>
                        <a:pt x="15856" y="3430"/>
                        <a:pt x="15868" y="3433"/>
                      </a:cubicBezTo>
                      <a:lnTo>
                        <a:pt x="15886" y="3439"/>
                      </a:lnTo>
                      <a:cubicBezTo>
                        <a:pt x="15892" y="3442"/>
                        <a:pt x="15898" y="3445"/>
                        <a:pt x="15904" y="3448"/>
                      </a:cubicBezTo>
                      <a:cubicBezTo>
                        <a:pt x="15922" y="3457"/>
                        <a:pt x="15943" y="3466"/>
                        <a:pt x="15964" y="3478"/>
                      </a:cubicBezTo>
                      <a:cubicBezTo>
                        <a:pt x="15986" y="3494"/>
                        <a:pt x="16010" y="3509"/>
                        <a:pt x="16031" y="3524"/>
                      </a:cubicBezTo>
                      <a:cubicBezTo>
                        <a:pt x="16046" y="3536"/>
                        <a:pt x="16058" y="3551"/>
                        <a:pt x="16073" y="3563"/>
                      </a:cubicBezTo>
                      <a:cubicBezTo>
                        <a:pt x="16085" y="3575"/>
                        <a:pt x="16100" y="3590"/>
                        <a:pt x="16112" y="3605"/>
                      </a:cubicBezTo>
                      <a:cubicBezTo>
                        <a:pt x="16294" y="3829"/>
                        <a:pt x="16279" y="4158"/>
                        <a:pt x="16073" y="4363"/>
                      </a:cubicBezTo>
                      <a:lnTo>
                        <a:pt x="13054" y="7383"/>
                      </a:lnTo>
                      <a:cubicBezTo>
                        <a:pt x="12939" y="7232"/>
                        <a:pt x="12815" y="7090"/>
                        <a:pt x="12682" y="6954"/>
                      </a:cubicBezTo>
                      <a:cubicBezTo>
                        <a:pt x="12546" y="6821"/>
                        <a:pt x="12405" y="6697"/>
                        <a:pt x="12254" y="6582"/>
                      </a:cubicBezTo>
                      <a:lnTo>
                        <a:pt x="15273" y="3563"/>
                      </a:lnTo>
                      <a:cubicBezTo>
                        <a:pt x="15380" y="3456"/>
                        <a:pt x="15523" y="3398"/>
                        <a:pt x="15671" y="3398"/>
                      </a:cubicBezTo>
                      <a:close/>
                      <a:moveTo>
                        <a:pt x="9887" y="9183"/>
                      </a:moveTo>
                      <a:cubicBezTo>
                        <a:pt x="10031" y="9183"/>
                        <a:pt x="10176" y="9238"/>
                        <a:pt x="10288" y="9348"/>
                      </a:cubicBezTo>
                      <a:cubicBezTo>
                        <a:pt x="10511" y="9575"/>
                        <a:pt x="10508" y="9937"/>
                        <a:pt x="10279" y="10157"/>
                      </a:cubicBezTo>
                      <a:cubicBezTo>
                        <a:pt x="10169" y="10268"/>
                        <a:pt x="10024" y="10323"/>
                        <a:pt x="9879" y="10323"/>
                      </a:cubicBezTo>
                      <a:cubicBezTo>
                        <a:pt x="9734" y="10323"/>
                        <a:pt x="9589" y="10268"/>
                        <a:pt x="9479" y="10157"/>
                      </a:cubicBezTo>
                      <a:cubicBezTo>
                        <a:pt x="9258" y="9937"/>
                        <a:pt x="9258" y="9578"/>
                        <a:pt x="9479" y="9357"/>
                      </a:cubicBezTo>
                      <a:cubicBezTo>
                        <a:pt x="9590" y="9241"/>
                        <a:pt x="9739" y="9183"/>
                        <a:pt x="9887" y="9183"/>
                      </a:cubicBezTo>
                      <a:close/>
                      <a:moveTo>
                        <a:pt x="15746" y="1062"/>
                      </a:moveTo>
                      <a:cubicBezTo>
                        <a:pt x="16469" y="1062"/>
                        <a:pt x="17193" y="1337"/>
                        <a:pt x="17746" y="1890"/>
                      </a:cubicBezTo>
                      <a:cubicBezTo>
                        <a:pt x="18878" y="3022"/>
                        <a:pt x="18845" y="4870"/>
                        <a:pt x="17673" y="5963"/>
                      </a:cubicBezTo>
                      <a:lnTo>
                        <a:pt x="11879" y="11758"/>
                      </a:lnTo>
                      <a:cubicBezTo>
                        <a:pt x="11337" y="12300"/>
                        <a:pt x="10612" y="12586"/>
                        <a:pt x="9878" y="12586"/>
                      </a:cubicBezTo>
                      <a:cubicBezTo>
                        <a:pt x="9472" y="12586"/>
                        <a:pt x="9062" y="12499"/>
                        <a:pt x="8679" y="12319"/>
                      </a:cubicBezTo>
                      <a:lnTo>
                        <a:pt x="8663" y="12313"/>
                      </a:lnTo>
                      <a:cubicBezTo>
                        <a:pt x="8198" y="12093"/>
                        <a:pt x="7803" y="11746"/>
                        <a:pt x="7516" y="11317"/>
                      </a:cubicBezTo>
                      <a:lnTo>
                        <a:pt x="8346" y="10487"/>
                      </a:lnTo>
                      <a:cubicBezTo>
                        <a:pt x="8645" y="11113"/>
                        <a:pt x="9259" y="11453"/>
                        <a:pt x="9883" y="11453"/>
                      </a:cubicBezTo>
                      <a:cubicBezTo>
                        <a:pt x="10311" y="11453"/>
                        <a:pt x="10744" y="11293"/>
                        <a:pt x="11082" y="10955"/>
                      </a:cubicBezTo>
                      <a:lnTo>
                        <a:pt x="16873" y="5160"/>
                      </a:lnTo>
                      <a:cubicBezTo>
                        <a:pt x="17541" y="4514"/>
                        <a:pt x="17562" y="3448"/>
                        <a:pt x="16922" y="2775"/>
                      </a:cubicBezTo>
                      <a:cubicBezTo>
                        <a:pt x="16588" y="2423"/>
                        <a:pt x="16140" y="2245"/>
                        <a:pt x="15690" y="2245"/>
                      </a:cubicBezTo>
                      <a:cubicBezTo>
                        <a:pt x="15275" y="2245"/>
                        <a:pt x="14860" y="2395"/>
                        <a:pt x="14533" y="2699"/>
                      </a:cubicBezTo>
                      <a:cubicBezTo>
                        <a:pt x="14512" y="2718"/>
                        <a:pt x="14491" y="2739"/>
                        <a:pt x="14470" y="2760"/>
                      </a:cubicBezTo>
                      <a:lnTo>
                        <a:pt x="11212" y="6021"/>
                      </a:lnTo>
                      <a:cubicBezTo>
                        <a:pt x="10783" y="5867"/>
                        <a:pt x="10333" y="5791"/>
                        <a:pt x="9877" y="5791"/>
                      </a:cubicBezTo>
                      <a:lnTo>
                        <a:pt x="9838" y="5791"/>
                      </a:lnTo>
                      <a:lnTo>
                        <a:pt x="13673" y="1963"/>
                      </a:lnTo>
                      <a:cubicBezTo>
                        <a:pt x="14232" y="1363"/>
                        <a:pt x="14988" y="1062"/>
                        <a:pt x="15746" y="1062"/>
                      </a:cubicBezTo>
                      <a:close/>
                      <a:moveTo>
                        <a:pt x="6707" y="12129"/>
                      </a:moveTo>
                      <a:cubicBezTo>
                        <a:pt x="6819" y="12283"/>
                        <a:pt x="6942" y="12425"/>
                        <a:pt x="7078" y="12558"/>
                      </a:cubicBezTo>
                      <a:cubicBezTo>
                        <a:pt x="7211" y="12694"/>
                        <a:pt x="7353" y="12818"/>
                        <a:pt x="7507" y="12932"/>
                      </a:cubicBezTo>
                      <a:lnTo>
                        <a:pt x="4675" y="15762"/>
                      </a:lnTo>
                      <a:cubicBezTo>
                        <a:pt x="4565" y="15872"/>
                        <a:pt x="4420" y="15927"/>
                        <a:pt x="4275" y="15927"/>
                      </a:cubicBezTo>
                      <a:cubicBezTo>
                        <a:pt x="4130" y="15927"/>
                        <a:pt x="3985" y="15872"/>
                        <a:pt x="3875" y="15762"/>
                      </a:cubicBezTo>
                      <a:cubicBezTo>
                        <a:pt x="3654" y="15541"/>
                        <a:pt x="3654" y="15182"/>
                        <a:pt x="3875" y="14961"/>
                      </a:cubicBezTo>
                      <a:lnTo>
                        <a:pt x="6707" y="12129"/>
                      </a:lnTo>
                      <a:close/>
                      <a:moveTo>
                        <a:pt x="9884" y="6926"/>
                      </a:moveTo>
                      <a:cubicBezTo>
                        <a:pt x="10290" y="6926"/>
                        <a:pt x="10698" y="7013"/>
                        <a:pt x="11082" y="7192"/>
                      </a:cubicBezTo>
                      <a:lnTo>
                        <a:pt x="11094" y="7198"/>
                      </a:lnTo>
                      <a:cubicBezTo>
                        <a:pt x="11562" y="7422"/>
                        <a:pt x="11958" y="7766"/>
                        <a:pt x="12242" y="8198"/>
                      </a:cubicBezTo>
                      <a:lnTo>
                        <a:pt x="11411" y="9028"/>
                      </a:lnTo>
                      <a:cubicBezTo>
                        <a:pt x="11112" y="8400"/>
                        <a:pt x="10499" y="8061"/>
                        <a:pt x="9877" y="8061"/>
                      </a:cubicBezTo>
                      <a:cubicBezTo>
                        <a:pt x="9448" y="8061"/>
                        <a:pt x="9016" y="8222"/>
                        <a:pt x="8679" y="8560"/>
                      </a:cubicBezTo>
                      <a:lnTo>
                        <a:pt x="3074" y="14161"/>
                      </a:lnTo>
                      <a:cubicBezTo>
                        <a:pt x="2410" y="14822"/>
                        <a:pt x="2410" y="15900"/>
                        <a:pt x="3074" y="16562"/>
                      </a:cubicBezTo>
                      <a:cubicBezTo>
                        <a:pt x="3405" y="16894"/>
                        <a:pt x="3840" y="17060"/>
                        <a:pt x="4275" y="17060"/>
                      </a:cubicBezTo>
                      <a:cubicBezTo>
                        <a:pt x="4710" y="17060"/>
                        <a:pt x="5144" y="16894"/>
                        <a:pt x="5475" y="16562"/>
                      </a:cubicBezTo>
                      <a:lnTo>
                        <a:pt x="8546" y="13491"/>
                      </a:lnTo>
                      <a:cubicBezTo>
                        <a:pt x="8974" y="13642"/>
                        <a:pt x="9424" y="13720"/>
                        <a:pt x="9880" y="13720"/>
                      </a:cubicBezTo>
                      <a:lnTo>
                        <a:pt x="9920" y="13720"/>
                      </a:lnTo>
                      <a:lnTo>
                        <a:pt x="6275" y="17362"/>
                      </a:lnTo>
                      <a:cubicBezTo>
                        <a:pt x="5716" y="17961"/>
                        <a:pt x="4960" y="18262"/>
                        <a:pt x="4202" y="18262"/>
                      </a:cubicBezTo>
                      <a:cubicBezTo>
                        <a:pt x="3479" y="18262"/>
                        <a:pt x="2755" y="17987"/>
                        <a:pt x="2202" y="17434"/>
                      </a:cubicBezTo>
                      <a:cubicBezTo>
                        <a:pt x="1070" y="16302"/>
                        <a:pt x="1103" y="14454"/>
                        <a:pt x="2274" y="13361"/>
                      </a:cubicBezTo>
                      <a:lnTo>
                        <a:pt x="7878" y="7757"/>
                      </a:lnTo>
                      <a:cubicBezTo>
                        <a:pt x="8422" y="7214"/>
                        <a:pt x="9147" y="6926"/>
                        <a:pt x="9884" y="6926"/>
                      </a:cubicBezTo>
                      <a:close/>
                      <a:moveTo>
                        <a:pt x="15673" y="1"/>
                      </a:moveTo>
                      <a:cubicBezTo>
                        <a:pt x="14659" y="1"/>
                        <a:pt x="13644" y="388"/>
                        <a:pt x="12870" y="1162"/>
                      </a:cubicBezTo>
                      <a:lnTo>
                        <a:pt x="7078" y="6957"/>
                      </a:lnTo>
                      <a:lnTo>
                        <a:pt x="1471" y="12561"/>
                      </a:lnTo>
                      <a:cubicBezTo>
                        <a:pt x="339" y="13693"/>
                        <a:pt x="1" y="15399"/>
                        <a:pt x="614" y="16879"/>
                      </a:cubicBezTo>
                      <a:cubicBezTo>
                        <a:pt x="1230" y="18358"/>
                        <a:pt x="2673" y="19324"/>
                        <a:pt x="4276" y="19324"/>
                      </a:cubicBezTo>
                      <a:cubicBezTo>
                        <a:pt x="4280" y="19325"/>
                        <a:pt x="4284" y="19325"/>
                        <a:pt x="4288" y="19325"/>
                      </a:cubicBezTo>
                      <a:cubicBezTo>
                        <a:pt x="5334" y="19325"/>
                        <a:pt x="6338" y="18908"/>
                        <a:pt x="7078" y="18165"/>
                      </a:cubicBezTo>
                      <a:lnTo>
                        <a:pt x="12682" y="12561"/>
                      </a:lnTo>
                      <a:lnTo>
                        <a:pt x="18477" y="6767"/>
                      </a:lnTo>
                      <a:cubicBezTo>
                        <a:pt x="20023" y="5221"/>
                        <a:pt x="20023" y="2711"/>
                        <a:pt x="18477" y="1162"/>
                      </a:cubicBezTo>
                      <a:cubicBezTo>
                        <a:pt x="17702" y="388"/>
                        <a:pt x="16688" y="1"/>
                        <a:pt x="156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1" name="Google Shape;4415;p59">
                  <a:extLst>
                    <a:ext uri="{FF2B5EF4-FFF2-40B4-BE49-F238E27FC236}">
                      <a16:creationId xmlns:a16="http://schemas.microsoft.com/office/drawing/2014/main" id="{459018F0-B2F9-462E-BA85-AD048879C5BE}"/>
                    </a:ext>
                  </a:extLst>
                </p:cNvPr>
                <p:cNvSpPr/>
                <p:nvPr/>
              </p:nvSpPr>
              <p:spPr>
                <a:xfrm>
                  <a:off x="4208775" y="588000"/>
                  <a:ext cx="71125" cy="6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5" h="2734" extrusionOk="0">
                      <a:moveTo>
                        <a:pt x="621" y="1"/>
                      </a:moveTo>
                      <a:cubicBezTo>
                        <a:pt x="476" y="1"/>
                        <a:pt x="331" y="56"/>
                        <a:pt x="221" y="166"/>
                      </a:cubicBezTo>
                      <a:cubicBezTo>
                        <a:pt x="0" y="387"/>
                        <a:pt x="0" y="746"/>
                        <a:pt x="221" y="966"/>
                      </a:cubicBezTo>
                      <a:lnTo>
                        <a:pt x="1821" y="2567"/>
                      </a:lnTo>
                      <a:cubicBezTo>
                        <a:pt x="1933" y="2677"/>
                        <a:pt x="2079" y="2733"/>
                        <a:pt x="2224" y="2733"/>
                      </a:cubicBezTo>
                      <a:cubicBezTo>
                        <a:pt x="2368" y="2733"/>
                        <a:pt x="2513" y="2678"/>
                        <a:pt x="2624" y="2567"/>
                      </a:cubicBezTo>
                      <a:cubicBezTo>
                        <a:pt x="2845" y="2346"/>
                        <a:pt x="2845" y="1987"/>
                        <a:pt x="2624" y="1767"/>
                      </a:cubicBezTo>
                      <a:lnTo>
                        <a:pt x="1021" y="166"/>
                      </a:lnTo>
                      <a:cubicBezTo>
                        <a:pt x="911" y="56"/>
                        <a:pt x="766" y="1"/>
                        <a:pt x="6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2" name="Google Shape;4416;p59">
                  <a:extLst>
                    <a:ext uri="{FF2B5EF4-FFF2-40B4-BE49-F238E27FC236}">
                      <a16:creationId xmlns:a16="http://schemas.microsoft.com/office/drawing/2014/main" id="{7BAFB9A0-3DD6-4497-95F4-CDF2E547E3CA}"/>
                    </a:ext>
                  </a:extLst>
                </p:cNvPr>
                <p:cNvSpPr/>
                <p:nvPr/>
              </p:nvSpPr>
              <p:spPr>
                <a:xfrm>
                  <a:off x="4228400" y="527925"/>
                  <a:ext cx="91050" cy="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" h="1936" extrusionOk="0">
                      <a:moveTo>
                        <a:pt x="636" y="0"/>
                      </a:moveTo>
                      <a:cubicBezTo>
                        <a:pt x="400" y="0"/>
                        <a:pt x="180" y="150"/>
                        <a:pt x="100" y="389"/>
                      </a:cubicBezTo>
                      <a:cubicBezTo>
                        <a:pt x="0" y="685"/>
                        <a:pt x="160" y="1005"/>
                        <a:pt x="459" y="1105"/>
                      </a:cubicBezTo>
                      <a:lnTo>
                        <a:pt x="2860" y="1905"/>
                      </a:lnTo>
                      <a:cubicBezTo>
                        <a:pt x="2917" y="1923"/>
                        <a:pt x="2977" y="1935"/>
                        <a:pt x="3038" y="1935"/>
                      </a:cubicBezTo>
                      <a:cubicBezTo>
                        <a:pt x="3316" y="1932"/>
                        <a:pt x="3554" y="1733"/>
                        <a:pt x="3596" y="1458"/>
                      </a:cubicBezTo>
                      <a:cubicBezTo>
                        <a:pt x="3642" y="1183"/>
                        <a:pt x="3482" y="918"/>
                        <a:pt x="3219" y="830"/>
                      </a:cubicBezTo>
                      <a:lnTo>
                        <a:pt x="816" y="30"/>
                      </a:lnTo>
                      <a:cubicBezTo>
                        <a:pt x="756" y="10"/>
                        <a:pt x="695" y="0"/>
                        <a:pt x="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3" name="Google Shape;4417;p59">
                  <a:extLst>
                    <a:ext uri="{FF2B5EF4-FFF2-40B4-BE49-F238E27FC236}">
                      <a16:creationId xmlns:a16="http://schemas.microsoft.com/office/drawing/2014/main" id="{1163F2B9-F13F-4240-8E7B-E2AE58E2E5F5}"/>
                    </a:ext>
                  </a:extLst>
                </p:cNvPr>
                <p:cNvSpPr/>
                <p:nvPr/>
              </p:nvSpPr>
              <p:spPr>
                <a:xfrm>
                  <a:off x="4148300" y="608000"/>
                  <a:ext cx="52050" cy="8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" h="3544" extrusionOk="0">
                      <a:moveTo>
                        <a:pt x="639" y="1"/>
                      </a:moveTo>
                      <a:cubicBezTo>
                        <a:pt x="580" y="1"/>
                        <a:pt x="519" y="10"/>
                        <a:pt x="460" y="31"/>
                      </a:cubicBezTo>
                      <a:cubicBezTo>
                        <a:pt x="161" y="127"/>
                        <a:pt x="1" y="450"/>
                        <a:pt x="100" y="746"/>
                      </a:cubicBezTo>
                      <a:lnTo>
                        <a:pt x="903" y="3150"/>
                      </a:lnTo>
                      <a:cubicBezTo>
                        <a:pt x="979" y="3390"/>
                        <a:pt x="1202" y="3544"/>
                        <a:pt x="1441" y="3544"/>
                      </a:cubicBezTo>
                      <a:cubicBezTo>
                        <a:pt x="1500" y="3544"/>
                        <a:pt x="1560" y="3535"/>
                        <a:pt x="1619" y="3515"/>
                      </a:cubicBezTo>
                      <a:cubicBezTo>
                        <a:pt x="1921" y="3415"/>
                        <a:pt x="2081" y="3089"/>
                        <a:pt x="1975" y="2790"/>
                      </a:cubicBezTo>
                      <a:lnTo>
                        <a:pt x="1175" y="390"/>
                      </a:lnTo>
                      <a:cubicBezTo>
                        <a:pt x="1096" y="151"/>
                        <a:pt x="875" y="1"/>
                        <a:pt x="63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4" name="Google Shape;4418;p59">
                  <a:extLst>
                    <a:ext uri="{FF2B5EF4-FFF2-40B4-BE49-F238E27FC236}">
                      <a16:creationId xmlns:a16="http://schemas.microsoft.com/office/drawing/2014/main" id="{9A6FF5DC-ACC4-484F-BD48-C15A1E82ACCA}"/>
                    </a:ext>
                  </a:extLst>
                </p:cNvPr>
                <p:cNvSpPr/>
                <p:nvPr/>
              </p:nvSpPr>
              <p:spPr>
                <a:xfrm>
                  <a:off x="3928725" y="307900"/>
                  <a:ext cx="71200" cy="6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8" h="2735" extrusionOk="0">
                      <a:moveTo>
                        <a:pt x="620" y="1"/>
                      </a:moveTo>
                      <a:cubicBezTo>
                        <a:pt x="475" y="1"/>
                        <a:pt x="330" y="57"/>
                        <a:pt x="221" y="168"/>
                      </a:cubicBezTo>
                      <a:cubicBezTo>
                        <a:pt x="3" y="385"/>
                        <a:pt x="0" y="739"/>
                        <a:pt x="214" y="962"/>
                      </a:cubicBezTo>
                      <a:lnTo>
                        <a:pt x="1815" y="2562"/>
                      </a:lnTo>
                      <a:cubicBezTo>
                        <a:pt x="1926" y="2677"/>
                        <a:pt x="2074" y="2734"/>
                        <a:pt x="2222" y="2734"/>
                      </a:cubicBezTo>
                      <a:cubicBezTo>
                        <a:pt x="2367" y="2734"/>
                        <a:pt x="2512" y="2679"/>
                        <a:pt x="2624" y="2569"/>
                      </a:cubicBezTo>
                      <a:cubicBezTo>
                        <a:pt x="2847" y="2345"/>
                        <a:pt x="2844" y="1983"/>
                        <a:pt x="2615" y="1762"/>
                      </a:cubicBezTo>
                      <a:lnTo>
                        <a:pt x="1015" y="162"/>
                      </a:lnTo>
                      <a:cubicBezTo>
                        <a:pt x="904" y="54"/>
                        <a:pt x="762" y="1"/>
                        <a:pt x="6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5" name="Google Shape;4419;p59">
                  <a:extLst>
                    <a:ext uri="{FF2B5EF4-FFF2-40B4-BE49-F238E27FC236}">
                      <a16:creationId xmlns:a16="http://schemas.microsoft.com/office/drawing/2014/main" id="{278F5A18-682B-45A4-B43E-DE93BDFA422C}"/>
                    </a:ext>
                  </a:extLst>
                </p:cNvPr>
                <p:cNvSpPr/>
                <p:nvPr/>
              </p:nvSpPr>
              <p:spPr>
                <a:xfrm>
                  <a:off x="4008200" y="267675"/>
                  <a:ext cx="51875" cy="8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5" h="3538" extrusionOk="0">
                      <a:moveTo>
                        <a:pt x="636" y="1"/>
                      </a:moveTo>
                      <a:cubicBezTo>
                        <a:pt x="577" y="1"/>
                        <a:pt x="518" y="10"/>
                        <a:pt x="460" y="29"/>
                      </a:cubicBezTo>
                      <a:cubicBezTo>
                        <a:pt x="161" y="128"/>
                        <a:pt x="1" y="449"/>
                        <a:pt x="100" y="747"/>
                      </a:cubicBezTo>
                      <a:lnTo>
                        <a:pt x="900" y="3151"/>
                      </a:lnTo>
                      <a:cubicBezTo>
                        <a:pt x="979" y="3380"/>
                        <a:pt x="1193" y="3537"/>
                        <a:pt x="1438" y="3537"/>
                      </a:cubicBezTo>
                      <a:cubicBezTo>
                        <a:pt x="1498" y="3534"/>
                        <a:pt x="1559" y="3525"/>
                        <a:pt x="1619" y="3507"/>
                      </a:cubicBezTo>
                      <a:cubicBezTo>
                        <a:pt x="1915" y="3408"/>
                        <a:pt x="2075" y="3088"/>
                        <a:pt x="1975" y="2789"/>
                      </a:cubicBezTo>
                      <a:lnTo>
                        <a:pt x="1175" y="388"/>
                      </a:lnTo>
                      <a:cubicBezTo>
                        <a:pt x="1095" y="151"/>
                        <a:pt x="873" y="1"/>
                        <a:pt x="6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56" name="Google Shape;4420;p59">
                  <a:extLst>
                    <a:ext uri="{FF2B5EF4-FFF2-40B4-BE49-F238E27FC236}">
                      <a16:creationId xmlns:a16="http://schemas.microsoft.com/office/drawing/2014/main" id="{A6BE9A08-F920-4554-8C3F-329157CB808C}"/>
                    </a:ext>
                  </a:extLst>
                </p:cNvPr>
                <p:cNvSpPr/>
                <p:nvPr/>
              </p:nvSpPr>
              <p:spPr>
                <a:xfrm>
                  <a:off x="3888100" y="387825"/>
                  <a:ext cx="91675" cy="4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" h="1932" extrusionOk="0">
                      <a:moveTo>
                        <a:pt x="636" y="0"/>
                      </a:moveTo>
                      <a:cubicBezTo>
                        <a:pt x="400" y="0"/>
                        <a:pt x="180" y="150"/>
                        <a:pt x="100" y="386"/>
                      </a:cubicBezTo>
                      <a:cubicBezTo>
                        <a:pt x="1" y="685"/>
                        <a:pt x="161" y="1005"/>
                        <a:pt x="460" y="1105"/>
                      </a:cubicBezTo>
                      <a:lnTo>
                        <a:pt x="2860" y="1905"/>
                      </a:lnTo>
                      <a:cubicBezTo>
                        <a:pt x="2917" y="1923"/>
                        <a:pt x="2975" y="1932"/>
                        <a:pt x="3032" y="1932"/>
                      </a:cubicBezTo>
                      <a:cubicBezTo>
                        <a:pt x="3270" y="1932"/>
                        <a:pt x="3492" y="1781"/>
                        <a:pt x="3570" y="1543"/>
                      </a:cubicBezTo>
                      <a:cubicBezTo>
                        <a:pt x="3666" y="1250"/>
                        <a:pt x="3512" y="933"/>
                        <a:pt x="3219" y="830"/>
                      </a:cubicBezTo>
                      <a:lnTo>
                        <a:pt x="816" y="30"/>
                      </a:lnTo>
                      <a:cubicBezTo>
                        <a:pt x="756" y="10"/>
                        <a:pt x="696" y="0"/>
                        <a:pt x="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11181731-6E9A-460F-9019-B29B7470AC05}"/>
                </a:ext>
              </a:extLst>
            </p:cNvPr>
            <p:cNvGrpSpPr/>
            <p:nvPr/>
          </p:nvGrpSpPr>
          <p:grpSpPr>
            <a:xfrm>
              <a:off x="7074865" y="762764"/>
              <a:ext cx="3944834" cy="1316177"/>
              <a:chOff x="7074865" y="762764"/>
              <a:chExt cx="3944834" cy="1316177"/>
            </a:xfrm>
          </p:grpSpPr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2CD33043-7FF8-42C2-950D-2D9C6C387DF5}"/>
                  </a:ext>
                </a:extLst>
              </p:cNvPr>
              <p:cNvGrpSpPr/>
              <p:nvPr/>
            </p:nvGrpSpPr>
            <p:grpSpPr>
              <a:xfrm>
                <a:off x="9584874" y="762764"/>
                <a:ext cx="959691" cy="959691"/>
                <a:chOff x="7200192" y="514660"/>
                <a:chExt cx="959691" cy="959691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E3792532-B829-49EA-8F5E-1395CBEEDECA}"/>
                    </a:ext>
                  </a:extLst>
                </p:cNvPr>
                <p:cNvSpPr/>
                <p:nvPr/>
              </p:nvSpPr>
              <p:spPr>
                <a:xfrm>
                  <a:off x="7200192" y="514660"/>
                  <a:ext cx="959691" cy="959691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50"/>
                </a:p>
              </p:txBody>
            </p:sp>
            <p:grpSp>
              <p:nvGrpSpPr>
                <p:cNvPr id="43" name="Google Shape;6287;p63">
                  <a:extLst>
                    <a:ext uri="{FF2B5EF4-FFF2-40B4-BE49-F238E27FC236}">
                      <a16:creationId xmlns:a16="http://schemas.microsoft.com/office/drawing/2014/main" id="{7B63866D-9211-4236-B086-658C6DA623B9}"/>
                    </a:ext>
                  </a:extLst>
                </p:cNvPr>
                <p:cNvGrpSpPr/>
                <p:nvPr/>
              </p:nvGrpSpPr>
              <p:grpSpPr>
                <a:xfrm>
                  <a:off x="7426281" y="725395"/>
                  <a:ext cx="507512" cy="538220"/>
                  <a:chOff x="-40160700" y="2339625"/>
                  <a:chExt cx="290650" cy="316650"/>
                </a:xfrm>
                <a:solidFill>
                  <a:schemeClr val="bg1"/>
                </a:solidFill>
              </p:grpSpPr>
              <p:sp>
                <p:nvSpPr>
                  <p:cNvPr id="44" name="Google Shape;6288;p63">
                    <a:extLst>
                      <a:ext uri="{FF2B5EF4-FFF2-40B4-BE49-F238E27FC236}">
                        <a16:creationId xmlns:a16="http://schemas.microsoft.com/office/drawing/2014/main" id="{B306D750-A7CE-4B68-B4E7-6A434FE10C3D}"/>
                      </a:ext>
                    </a:extLst>
                  </p:cNvPr>
                  <p:cNvSpPr/>
                  <p:nvPr/>
                </p:nvSpPr>
                <p:spPr>
                  <a:xfrm>
                    <a:off x="-40005525" y="2552600"/>
                    <a:ext cx="70900" cy="6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487" extrusionOk="0">
                        <a:moveTo>
                          <a:pt x="1408" y="807"/>
                        </a:moveTo>
                        <a:cubicBezTo>
                          <a:pt x="1461" y="807"/>
                          <a:pt x="1518" y="817"/>
                          <a:pt x="1575" y="839"/>
                        </a:cubicBezTo>
                        <a:cubicBezTo>
                          <a:pt x="1733" y="902"/>
                          <a:pt x="1796" y="1028"/>
                          <a:pt x="1796" y="1248"/>
                        </a:cubicBezTo>
                        <a:cubicBezTo>
                          <a:pt x="1845" y="1496"/>
                          <a:pt x="1661" y="1666"/>
                          <a:pt x="1442" y="1666"/>
                        </a:cubicBezTo>
                        <a:cubicBezTo>
                          <a:pt x="1383" y="1666"/>
                          <a:pt x="1321" y="1653"/>
                          <a:pt x="1260" y="1626"/>
                        </a:cubicBezTo>
                        <a:cubicBezTo>
                          <a:pt x="1071" y="1563"/>
                          <a:pt x="945" y="1311"/>
                          <a:pt x="1008" y="1091"/>
                        </a:cubicBezTo>
                        <a:cubicBezTo>
                          <a:pt x="1081" y="921"/>
                          <a:pt x="1229" y="807"/>
                          <a:pt x="1408" y="807"/>
                        </a:cubicBezTo>
                        <a:close/>
                        <a:moveTo>
                          <a:pt x="1438" y="1"/>
                        </a:moveTo>
                        <a:cubicBezTo>
                          <a:pt x="1040" y="1"/>
                          <a:pt x="635" y="188"/>
                          <a:pt x="378" y="523"/>
                        </a:cubicBezTo>
                        <a:cubicBezTo>
                          <a:pt x="0" y="1091"/>
                          <a:pt x="158" y="1878"/>
                          <a:pt x="693" y="2256"/>
                        </a:cubicBezTo>
                        <a:cubicBezTo>
                          <a:pt x="909" y="2412"/>
                          <a:pt x="1158" y="2486"/>
                          <a:pt x="1405" y="2486"/>
                        </a:cubicBezTo>
                        <a:cubicBezTo>
                          <a:pt x="1806" y="2486"/>
                          <a:pt x="2204" y="2292"/>
                          <a:pt x="2457" y="1941"/>
                        </a:cubicBezTo>
                        <a:cubicBezTo>
                          <a:pt x="2836" y="1406"/>
                          <a:pt x="2678" y="618"/>
                          <a:pt x="2111" y="208"/>
                        </a:cubicBezTo>
                        <a:cubicBezTo>
                          <a:pt x="1911" y="67"/>
                          <a:pt x="1676" y="1"/>
                          <a:pt x="1438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1200"/>
                  </a:p>
                </p:txBody>
              </p:sp>
              <p:sp>
                <p:nvSpPr>
                  <p:cNvPr id="45" name="Google Shape;6289;p63">
                    <a:extLst>
                      <a:ext uri="{FF2B5EF4-FFF2-40B4-BE49-F238E27FC236}">
                        <a16:creationId xmlns:a16="http://schemas.microsoft.com/office/drawing/2014/main" id="{9445925B-E721-491F-9E92-1966CA331377}"/>
                      </a:ext>
                    </a:extLst>
                  </p:cNvPr>
                  <p:cNvSpPr/>
                  <p:nvPr/>
                </p:nvSpPr>
                <p:spPr>
                  <a:xfrm>
                    <a:off x="-40039400" y="2605050"/>
                    <a:ext cx="29150" cy="2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6" h="820" extrusionOk="0">
                        <a:moveTo>
                          <a:pt x="725" y="1"/>
                        </a:moveTo>
                        <a:cubicBezTo>
                          <a:pt x="473" y="1"/>
                          <a:pt x="0" y="190"/>
                          <a:pt x="0" y="410"/>
                        </a:cubicBezTo>
                        <a:cubicBezTo>
                          <a:pt x="0" y="631"/>
                          <a:pt x="473" y="820"/>
                          <a:pt x="725" y="820"/>
                        </a:cubicBezTo>
                        <a:cubicBezTo>
                          <a:pt x="945" y="820"/>
                          <a:pt x="1166" y="631"/>
                          <a:pt x="1166" y="410"/>
                        </a:cubicBezTo>
                        <a:cubicBezTo>
                          <a:pt x="1103" y="158"/>
                          <a:pt x="914" y="1"/>
                          <a:pt x="725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1200"/>
                  </a:p>
                </p:txBody>
              </p:sp>
              <p:sp>
                <p:nvSpPr>
                  <p:cNvPr id="46" name="Google Shape;6290;p63">
                    <a:extLst>
                      <a:ext uri="{FF2B5EF4-FFF2-40B4-BE49-F238E27FC236}">
                        <a16:creationId xmlns:a16="http://schemas.microsoft.com/office/drawing/2014/main" id="{8FD2E145-C3B1-468C-98C1-F26B2419E0DF}"/>
                      </a:ext>
                    </a:extLst>
                  </p:cNvPr>
                  <p:cNvSpPr/>
                  <p:nvPr/>
                </p:nvSpPr>
                <p:spPr>
                  <a:xfrm>
                    <a:off x="-40079575" y="2584575"/>
                    <a:ext cx="19725" cy="19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9" h="789" extrusionOk="0">
                        <a:moveTo>
                          <a:pt x="410" y="1"/>
                        </a:moveTo>
                        <a:cubicBezTo>
                          <a:pt x="190" y="1"/>
                          <a:pt x="1" y="158"/>
                          <a:pt x="1" y="379"/>
                        </a:cubicBezTo>
                        <a:cubicBezTo>
                          <a:pt x="1" y="599"/>
                          <a:pt x="190" y="788"/>
                          <a:pt x="410" y="788"/>
                        </a:cubicBezTo>
                        <a:cubicBezTo>
                          <a:pt x="631" y="788"/>
                          <a:pt x="788" y="599"/>
                          <a:pt x="788" y="379"/>
                        </a:cubicBezTo>
                        <a:cubicBezTo>
                          <a:pt x="788" y="158"/>
                          <a:pt x="631" y="1"/>
                          <a:pt x="410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1200"/>
                  </a:p>
                </p:txBody>
              </p:sp>
              <p:sp>
                <p:nvSpPr>
                  <p:cNvPr id="47" name="Google Shape;6291;p63">
                    <a:extLst>
                      <a:ext uri="{FF2B5EF4-FFF2-40B4-BE49-F238E27FC236}">
                        <a16:creationId xmlns:a16="http://schemas.microsoft.com/office/drawing/2014/main" id="{E66CE27F-66EB-430B-9EC9-609ED4F2FCE7}"/>
                      </a:ext>
                    </a:extLst>
                  </p:cNvPr>
                  <p:cNvSpPr/>
                  <p:nvPr/>
                </p:nvSpPr>
                <p:spPr>
                  <a:xfrm>
                    <a:off x="-40160700" y="2339625"/>
                    <a:ext cx="290650" cy="316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26" h="12666" extrusionOk="0">
                        <a:moveTo>
                          <a:pt x="7656" y="820"/>
                        </a:moveTo>
                        <a:cubicBezTo>
                          <a:pt x="7845" y="820"/>
                          <a:pt x="8003" y="946"/>
                          <a:pt x="8066" y="1072"/>
                        </a:cubicBezTo>
                        <a:cubicBezTo>
                          <a:pt x="8129" y="1355"/>
                          <a:pt x="7940" y="1639"/>
                          <a:pt x="7656" y="1639"/>
                        </a:cubicBezTo>
                        <a:lnTo>
                          <a:pt x="4065" y="1639"/>
                        </a:lnTo>
                        <a:cubicBezTo>
                          <a:pt x="3876" y="1639"/>
                          <a:pt x="3687" y="1450"/>
                          <a:pt x="3687" y="1261"/>
                        </a:cubicBezTo>
                        <a:cubicBezTo>
                          <a:pt x="3687" y="1009"/>
                          <a:pt x="3876" y="851"/>
                          <a:pt x="4065" y="820"/>
                        </a:cubicBezTo>
                        <a:close/>
                        <a:moveTo>
                          <a:pt x="7310" y="2458"/>
                        </a:moveTo>
                        <a:lnTo>
                          <a:pt x="7310" y="5860"/>
                        </a:lnTo>
                        <a:cubicBezTo>
                          <a:pt x="7310" y="6270"/>
                          <a:pt x="7467" y="6711"/>
                          <a:pt x="7656" y="7026"/>
                        </a:cubicBezTo>
                        <a:cubicBezTo>
                          <a:pt x="7026" y="7152"/>
                          <a:pt x="6396" y="7404"/>
                          <a:pt x="5797" y="7782"/>
                        </a:cubicBezTo>
                        <a:cubicBezTo>
                          <a:pt x="5146" y="8207"/>
                          <a:pt x="4241" y="8453"/>
                          <a:pt x="3401" y="8453"/>
                        </a:cubicBezTo>
                        <a:cubicBezTo>
                          <a:pt x="3306" y="8453"/>
                          <a:pt x="3212" y="8450"/>
                          <a:pt x="3120" y="8444"/>
                        </a:cubicBezTo>
                        <a:lnTo>
                          <a:pt x="4128" y="7026"/>
                        </a:lnTo>
                        <a:cubicBezTo>
                          <a:pt x="4380" y="6680"/>
                          <a:pt x="4537" y="6239"/>
                          <a:pt x="4537" y="5829"/>
                        </a:cubicBezTo>
                        <a:lnTo>
                          <a:pt x="4537" y="2458"/>
                        </a:lnTo>
                        <a:close/>
                        <a:moveTo>
                          <a:pt x="8192" y="7782"/>
                        </a:moveTo>
                        <a:cubicBezTo>
                          <a:pt x="10775" y="11500"/>
                          <a:pt x="10586" y="11216"/>
                          <a:pt x="10618" y="11279"/>
                        </a:cubicBezTo>
                        <a:cubicBezTo>
                          <a:pt x="10681" y="11563"/>
                          <a:pt x="10523" y="11846"/>
                          <a:pt x="10208" y="11846"/>
                        </a:cubicBezTo>
                        <a:lnTo>
                          <a:pt x="1576" y="11846"/>
                        </a:lnTo>
                        <a:cubicBezTo>
                          <a:pt x="1198" y="11846"/>
                          <a:pt x="1040" y="11437"/>
                          <a:pt x="1198" y="11216"/>
                        </a:cubicBezTo>
                        <a:lnTo>
                          <a:pt x="2584" y="9232"/>
                        </a:lnTo>
                        <a:cubicBezTo>
                          <a:pt x="2825" y="9263"/>
                          <a:pt x="3077" y="9280"/>
                          <a:pt x="3333" y="9280"/>
                        </a:cubicBezTo>
                        <a:cubicBezTo>
                          <a:pt x="4347" y="9280"/>
                          <a:pt x="5434" y="9022"/>
                          <a:pt x="6239" y="8444"/>
                        </a:cubicBezTo>
                        <a:cubicBezTo>
                          <a:pt x="6837" y="8066"/>
                          <a:pt x="7499" y="7814"/>
                          <a:pt x="8192" y="7782"/>
                        </a:cubicBezTo>
                        <a:close/>
                        <a:moveTo>
                          <a:pt x="4128" y="1"/>
                        </a:moveTo>
                        <a:cubicBezTo>
                          <a:pt x="3435" y="1"/>
                          <a:pt x="2899" y="536"/>
                          <a:pt x="2899" y="1261"/>
                        </a:cubicBezTo>
                        <a:cubicBezTo>
                          <a:pt x="2899" y="1765"/>
                          <a:pt x="3214" y="2237"/>
                          <a:pt x="3718" y="2426"/>
                        </a:cubicBezTo>
                        <a:lnTo>
                          <a:pt x="3718" y="5860"/>
                        </a:lnTo>
                        <a:cubicBezTo>
                          <a:pt x="3718" y="6081"/>
                          <a:pt x="3655" y="6365"/>
                          <a:pt x="3498" y="6554"/>
                        </a:cubicBezTo>
                        <a:lnTo>
                          <a:pt x="568" y="10744"/>
                        </a:lnTo>
                        <a:cubicBezTo>
                          <a:pt x="1" y="11563"/>
                          <a:pt x="568" y="12666"/>
                          <a:pt x="1607" y="12666"/>
                        </a:cubicBezTo>
                        <a:lnTo>
                          <a:pt x="10271" y="12666"/>
                        </a:lnTo>
                        <a:cubicBezTo>
                          <a:pt x="10555" y="12666"/>
                          <a:pt x="10870" y="12540"/>
                          <a:pt x="11090" y="12350"/>
                        </a:cubicBezTo>
                        <a:cubicBezTo>
                          <a:pt x="11531" y="11972"/>
                          <a:pt x="11626" y="11248"/>
                          <a:pt x="11248" y="10744"/>
                        </a:cubicBezTo>
                        <a:lnTo>
                          <a:pt x="8318" y="6554"/>
                        </a:lnTo>
                        <a:cubicBezTo>
                          <a:pt x="8160" y="6365"/>
                          <a:pt x="8097" y="6081"/>
                          <a:pt x="8097" y="5860"/>
                        </a:cubicBezTo>
                        <a:lnTo>
                          <a:pt x="8097" y="2426"/>
                        </a:lnTo>
                        <a:cubicBezTo>
                          <a:pt x="8570" y="2269"/>
                          <a:pt x="8916" y="1796"/>
                          <a:pt x="8916" y="1261"/>
                        </a:cubicBezTo>
                        <a:cubicBezTo>
                          <a:pt x="8916" y="568"/>
                          <a:pt x="8381" y="1"/>
                          <a:pt x="7688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1200"/>
                  </a:p>
                </p:txBody>
              </p:sp>
            </p:grpSp>
          </p:grp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BD598F6C-AF02-4287-87D0-63AE25CEE826}"/>
                  </a:ext>
                </a:extLst>
              </p:cNvPr>
              <p:cNvSpPr txBox="1"/>
              <p:nvPr/>
            </p:nvSpPr>
            <p:spPr>
              <a:xfrm>
                <a:off x="7074865" y="1795580"/>
                <a:ext cx="1510660" cy="283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900" b="1" kern="1200" dirty="0">
                    <a:solidFill>
                      <a:srgbClr val="398C7C"/>
                    </a:solidFill>
                    <a:latin typeface="Raleway" pitchFamily="2" charset="0"/>
                  </a:rPr>
                  <a:t>PROTOTYPAGE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336C054A-BFB5-4C8D-B514-C0EC5AE6D437}"/>
                  </a:ext>
                </a:extLst>
              </p:cNvPr>
              <p:cNvSpPr txBox="1"/>
              <p:nvPr/>
            </p:nvSpPr>
            <p:spPr>
              <a:xfrm>
                <a:off x="9109742" y="1795580"/>
                <a:ext cx="1909957" cy="283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900" b="1" kern="1200" dirty="0">
                    <a:solidFill>
                      <a:srgbClr val="0070C0"/>
                    </a:solidFill>
                    <a:latin typeface="Raleway" pitchFamily="2" charset="0"/>
                  </a:rPr>
                  <a:t>EXPÉRIMENTATION</a:t>
                </a:r>
              </a:p>
            </p:txBody>
          </p:sp>
        </p:grpSp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95651951-43F0-4D3F-9337-FDF07FC61C3B}"/>
              </a:ext>
            </a:extLst>
          </p:cNvPr>
          <p:cNvGrpSpPr/>
          <p:nvPr/>
        </p:nvGrpSpPr>
        <p:grpSpPr>
          <a:xfrm>
            <a:off x="3814664" y="3306362"/>
            <a:ext cx="2558796" cy="943532"/>
            <a:chOff x="3339880" y="2987401"/>
            <a:chExt cx="3525454" cy="1299978"/>
          </a:xfrm>
        </p:grpSpPr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4846F530-6981-4B7F-B4FD-ECA43F272BD0}"/>
                </a:ext>
              </a:extLst>
            </p:cNvPr>
            <p:cNvGrpSpPr/>
            <p:nvPr/>
          </p:nvGrpSpPr>
          <p:grpSpPr>
            <a:xfrm>
              <a:off x="5693909" y="2987401"/>
              <a:ext cx="959691" cy="959691"/>
              <a:chOff x="8571790" y="527866"/>
              <a:chExt cx="959691" cy="959691"/>
            </a:xfrm>
          </p:grpSpPr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B012C6FB-A5C4-447A-913B-19BE4FE5B7B9}"/>
                  </a:ext>
                </a:extLst>
              </p:cNvPr>
              <p:cNvSpPr/>
              <p:nvPr/>
            </p:nvSpPr>
            <p:spPr>
              <a:xfrm>
                <a:off x="8571790" y="527866"/>
                <a:ext cx="959691" cy="959691"/>
              </a:xfrm>
              <a:prstGeom prst="ellipse">
                <a:avLst/>
              </a:prstGeom>
              <a:solidFill>
                <a:srgbClr val="346A9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71" name="Google Shape;8211;p68">
                <a:extLst>
                  <a:ext uri="{FF2B5EF4-FFF2-40B4-BE49-F238E27FC236}">
                    <a16:creationId xmlns:a16="http://schemas.microsoft.com/office/drawing/2014/main" id="{71331C87-BDF3-4483-9409-9B077D4A3F8B}"/>
                  </a:ext>
                </a:extLst>
              </p:cNvPr>
              <p:cNvGrpSpPr/>
              <p:nvPr/>
            </p:nvGrpSpPr>
            <p:grpSpPr>
              <a:xfrm>
                <a:off x="8800513" y="759926"/>
                <a:ext cx="502245" cy="495570"/>
                <a:chOff x="-6713450" y="2397900"/>
                <a:chExt cx="295375" cy="291450"/>
              </a:xfrm>
              <a:solidFill>
                <a:schemeClr val="bg1"/>
              </a:solidFill>
            </p:grpSpPr>
            <p:sp>
              <p:nvSpPr>
                <p:cNvPr id="72" name="Google Shape;8212;p68">
                  <a:extLst>
                    <a:ext uri="{FF2B5EF4-FFF2-40B4-BE49-F238E27FC236}">
                      <a16:creationId xmlns:a16="http://schemas.microsoft.com/office/drawing/2014/main" id="{5EDAFCDF-4D94-4AC5-825B-EA4C97D56B16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73" name="Google Shape;8213;p68">
                  <a:extLst>
                    <a:ext uri="{FF2B5EF4-FFF2-40B4-BE49-F238E27FC236}">
                      <a16:creationId xmlns:a16="http://schemas.microsoft.com/office/drawing/2014/main" id="{0673F180-ED97-4559-9173-8A5F60F4C58D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0F3DEE6E-0BAC-4838-9C9E-7B0CFAE7DA89}"/>
                </a:ext>
              </a:extLst>
            </p:cNvPr>
            <p:cNvSpPr txBox="1"/>
            <p:nvPr/>
          </p:nvSpPr>
          <p:spPr>
            <a:xfrm>
              <a:off x="5354674" y="3978167"/>
              <a:ext cx="1510660" cy="298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346A93"/>
                  </a:solidFill>
                  <a:latin typeface="Raleway" pitchFamily="2" charset="0"/>
                </a:rPr>
                <a:t>VALORISATION</a:t>
              </a:r>
            </a:p>
          </p:txBody>
        </p: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36F0C604-4D64-4CE2-8D56-EF4912C04089}"/>
                </a:ext>
              </a:extLst>
            </p:cNvPr>
            <p:cNvGrpSpPr/>
            <p:nvPr/>
          </p:nvGrpSpPr>
          <p:grpSpPr>
            <a:xfrm>
              <a:off x="3815014" y="3004170"/>
              <a:ext cx="959691" cy="959691"/>
              <a:chOff x="2707610" y="2825299"/>
              <a:chExt cx="959691" cy="959691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75A38D0E-027B-4670-82AB-AB036AD3FFB9}"/>
                  </a:ext>
                </a:extLst>
              </p:cNvPr>
              <p:cNvSpPr/>
              <p:nvPr/>
            </p:nvSpPr>
            <p:spPr>
              <a:xfrm>
                <a:off x="2707610" y="2825299"/>
                <a:ext cx="959691" cy="959691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77" name="Google Shape;6529;p64">
                <a:extLst>
                  <a:ext uri="{FF2B5EF4-FFF2-40B4-BE49-F238E27FC236}">
                    <a16:creationId xmlns:a16="http://schemas.microsoft.com/office/drawing/2014/main" id="{5AA96AF1-0B1B-4BBE-BB3D-235BA1A587DC}"/>
                  </a:ext>
                </a:extLst>
              </p:cNvPr>
              <p:cNvGrpSpPr/>
              <p:nvPr/>
            </p:nvGrpSpPr>
            <p:grpSpPr>
              <a:xfrm>
                <a:off x="2935685" y="3062264"/>
                <a:ext cx="503540" cy="485760"/>
                <a:chOff x="-32243500" y="2299850"/>
                <a:chExt cx="300900" cy="290275"/>
              </a:xfrm>
              <a:solidFill>
                <a:schemeClr val="bg1"/>
              </a:solidFill>
            </p:grpSpPr>
            <p:sp>
              <p:nvSpPr>
                <p:cNvPr id="78" name="Google Shape;6530;p64">
                  <a:extLst>
                    <a:ext uri="{FF2B5EF4-FFF2-40B4-BE49-F238E27FC236}">
                      <a16:creationId xmlns:a16="http://schemas.microsoft.com/office/drawing/2014/main" id="{34C17643-0FC8-4F39-94CD-7CBF226FF1F6}"/>
                    </a:ext>
                  </a:extLst>
                </p:cNvPr>
                <p:cNvSpPr/>
                <p:nvPr/>
              </p:nvSpPr>
              <p:spPr>
                <a:xfrm>
                  <a:off x="-32243500" y="2299850"/>
                  <a:ext cx="300900" cy="29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6" h="11611" extrusionOk="0">
                      <a:moveTo>
                        <a:pt x="7955" y="654"/>
                      </a:moveTo>
                      <a:cubicBezTo>
                        <a:pt x="8743" y="654"/>
                        <a:pt x="9531" y="946"/>
                        <a:pt x="10114" y="1529"/>
                      </a:cubicBezTo>
                      <a:cubicBezTo>
                        <a:pt x="11311" y="2726"/>
                        <a:pt x="11311" y="4679"/>
                        <a:pt x="10114" y="5876"/>
                      </a:cubicBezTo>
                      <a:cubicBezTo>
                        <a:pt x="9540" y="6450"/>
                        <a:pt x="8752" y="6766"/>
                        <a:pt x="7951" y="6766"/>
                      </a:cubicBezTo>
                      <a:cubicBezTo>
                        <a:pt x="7565" y="6766"/>
                        <a:pt x="7175" y="6692"/>
                        <a:pt x="6806" y="6538"/>
                      </a:cubicBezTo>
                      <a:cubicBezTo>
                        <a:pt x="6759" y="6526"/>
                        <a:pt x="6709" y="6519"/>
                        <a:pt x="6661" y="6519"/>
                      </a:cubicBezTo>
                      <a:cubicBezTo>
                        <a:pt x="6577" y="6519"/>
                        <a:pt x="6499" y="6541"/>
                        <a:pt x="6459" y="6601"/>
                      </a:cubicBezTo>
                      <a:lnTo>
                        <a:pt x="5545" y="7514"/>
                      </a:lnTo>
                      <a:lnTo>
                        <a:pt x="4726" y="7514"/>
                      </a:lnTo>
                      <a:cubicBezTo>
                        <a:pt x="4537" y="7514"/>
                        <a:pt x="4380" y="7672"/>
                        <a:pt x="4380" y="7861"/>
                      </a:cubicBezTo>
                      <a:lnTo>
                        <a:pt x="4380" y="8460"/>
                      </a:lnTo>
                      <a:lnTo>
                        <a:pt x="3907" y="8428"/>
                      </a:lnTo>
                      <a:cubicBezTo>
                        <a:pt x="3813" y="8428"/>
                        <a:pt x="3687" y="8428"/>
                        <a:pt x="3655" y="8491"/>
                      </a:cubicBezTo>
                      <a:cubicBezTo>
                        <a:pt x="3592" y="8554"/>
                        <a:pt x="3529" y="8649"/>
                        <a:pt x="3529" y="8743"/>
                      </a:cubicBezTo>
                      <a:lnTo>
                        <a:pt x="3466" y="9531"/>
                      </a:lnTo>
                      <a:lnTo>
                        <a:pt x="2678" y="9594"/>
                      </a:lnTo>
                      <a:cubicBezTo>
                        <a:pt x="2584" y="9594"/>
                        <a:pt x="2521" y="9657"/>
                        <a:pt x="2426" y="9720"/>
                      </a:cubicBezTo>
                      <a:cubicBezTo>
                        <a:pt x="2395" y="9814"/>
                        <a:pt x="2363" y="9877"/>
                        <a:pt x="2363" y="9972"/>
                      </a:cubicBezTo>
                      <a:lnTo>
                        <a:pt x="2426" y="10665"/>
                      </a:lnTo>
                      <a:lnTo>
                        <a:pt x="2174" y="10949"/>
                      </a:lnTo>
                      <a:lnTo>
                        <a:pt x="694" y="10949"/>
                      </a:lnTo>
                      <a:lnTo>
                        <a:pt x="694" y="9499"/>
                      </a:lnTo>
                      <a:lnTo>
                        <a:pt x="757" y="9499"/>
                      </a:lnTo>
                      <a:lnTo>
                        <a:pt x="5041" y="5215"/>
                      </a:lnTo>
                      <a:cubicBezTo>
                        <a:pt x="5104" y="5120"/>
                        <a:pt x="5167" y="4963"/>
                        <a:pt x="5104" y="4837"/>
                      </a:cubicBezTo>
                      <a:cubicBezTo>
                        <a:pt x="4695" y="3702"/>
                        <a:pt x="4947" y="2411"/>
                        <a:pt x="5797" y="1529"/>
                      </a:cubicBezTo>
                      <a:cubicBezTo>
                        <a:pt x="6380" y="946"/>
                        <a:pt x="7168" y="654"/>
                        <a:pt x="7955" y="654"/>
                      </a:cubicBezTo>
                      <a:close/>
                      <a:moveTo>
                        <a:pt x="7936" y="1"/>
                      </a:moveTo>
                      <a:cubicBezTo>
                        <a:pt x="6971" y="1"/>
                        <a:pt x="6002" y="363"/>
                        <a:pt x="5262" y="1088"/>
                      </a:cubicBezTo>
                      <a:cubicBezTo>
                        <a:pt x="4285" y="2096"/>
                        <a:pt x="3939" y="3576"/>
                        <a:pt x="4380" y="4931"/>
                      </a:cubicBezTo>
                      <a:lnTo>
                        <a:pt x="126" y="9184"/>
                      </a:lnTo>
                      <a:cubicBezTo>
                        <a:pt x="32" y="9247"/>
                        <a:pt x="0" y="9342"/>
                        <a:pt x="0" y="9405"/>
                      </a:cubicBezTo>
                      <a:lnTo>
                        <a:pt x="0" y="11358"/>
                      </a:lnTo>
                      <a:cubicBezTo>
                        <a:pt x="32" y="11453"/>
                        <a:pt x="189" y="11610"/>
                        <a:pt x="379" y="11610"/>
                      </a:cubicBezTo>
                      <a:lnTo>
                        <a:pt x="2332" y="11610"/>
                      </a:lnTo>
                      <a:cubicBezTo>
                        <a:pt x="2395" y="11610"/>
                        <a:pt x="2521" y="11579"/>
                        <a:pt x="2552" y="11516"/>
                      </a:cubicBezTo>
                      <a:lnTo>
                        <a:pt x="3025" y="11043"/>
                      </a:lnTo>
                      <a:cubicBezTo>
                        <a:pt x="3119" y="10949"/>
                        <a:pt x="3151" y="10823"/>
                        <a:pt x="3119" y="10759"/>
                      </a:cubicBezTo>
                      <a:lnTo>
                        <a:pt x="3025" y="10255"/>
                      </a:lnTo>
                      <a:lnTo>
                        <a:pt x="3750" y="10161"/>
                      </a:lnTo>
                      <a:cubicBezTo>
                        <a:pt x="3907" y="10161"/>
                        <a:pt x="4002" y="10003"/>
                        <a:pt x="4065" y="9846"/>
                      </a:cubicBezTo>
                      <a:lnTo>
                        <a:pt x="4128" y="9153"/>
                      </a:lnTo>
                      <a:lnTo>
                        <a:pt x="4663" y="9216"/>
                      </a:lnTo>
                      <a:cubicBezTo>
                        <a:pt x="4726" y="9216"/>
                        <a:pt x="4852" y="9216"/>
                        <a:pt x="4915" y="9153"/>
                      </a:cubicBezTo>
                      <a:cubicBezTo>
                        <a:pt x="5010" y="9058"/>
                        <a:pt x="5041" y="8995"/>
                        <a:pt x="5041" y="8901"/>
                      </a:cubicBezTo>
                      <a:lnTo>
                        <a:pt x="5041" y="8271"/>
                      </a:lnTo>
                      <a:lnTo>
                        <a:pt x="5671" y="8271"/>
                      </a:lnTo>
                      <a:cubicBezTo>
                        <a:pt x="5734" y="8271"/>
                        <a:pt x="5829" y="8239"/>
                        <a:pt x="5892" y="8145"/>
                      </a:cubicBezTo>
                      <a:lnTo>
                        <a:pt x="6774" y="7325"/>
                      </a:lnTo>
                      <a:cubicBezTo>
                        <a:pt x="7153" y="7452"/>
                        <a:pt x="7548" y="7514"/>
                        <a:pt x="7941" y="7514"/>
                      </a:cubicBezTo>
                      <a:cubicBezTo>
                        <a:pt x="8920" y="7514"/>
                        <a:pt x="9889" y="7131"/>
                        <a:pt x="10586" y="6412"/>
                      </a:cubicBezTo>
                      <a:cubicBezTo>
                        <a:pt x="12035" y="4963"/>
                        <a:pt x="12035" y="2568"/>
                        <a:pt x="10586" y="1088"/>
                      </a:cubicBezTo>
                      <a:cubicBezTo>
                        <a:pt x="9862" y="363"/>
                        <a:pt x="8901" y="1"/>
                        <a:pt x="79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  <p:sp>
              <p:nvSpPr>
                <p:cNvPr id="79" name="Google Shape;6531;p64">
                  <a:extLst>
                    <a:ext uri="{FF2B5EF4-FFF2-40B4-BE49-F238E27FC236}">
                      <a16:creationId xmlns:a16="http://schemas.microsoft.com/office/drawing/2014/main" id="{1220C2E4-A367-4DF7-AB3A-43298C53B690}"/>
                    </a:ext>
                  </a:extLst>
                </p:cNvPr>
                <p:cNvSpPr/>
                <p:nvPr/>
              </p:nvSpPr>
              <p:spPr>
                <a:xfrm>
                  <a:off x="-32048175" y="2342775"/>
                  <a:ext cx="55950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41" extrusionOk="0">
                      <a:moveTo>
                        <a:pt x="1119" y="662"/>
                      </a:moveTo>
                      <a:cubicBezTo>
                        <a:pt x="1206" y="662"/>
                        <a:pt x="1292" y="694"/>
                        <a:pt x="1355" y="757"/>
                      </a:cubicBezTo>
                      <a:cubicBezTo>
                        <a:pt x="1481" y="883"/>
                        <a:pt x="1481" y="1135"/>
                        <a:pt x="1355" y="1229"/>
                      </a:cubicBezTo>
                      <a:cubicBezTo>
                        <a:pt x="1292" y="1292"/>
                        <a:pt x="1206" y="1324"/>
                        <a:pt x="1119" y="1324"/>
                      </a:cubicBezTo>
                      <a:cubicBezTo>
                        <a:pt x="1032" y="1324"/>
                        <a:pt x="946" y="1292"/>
                        <a:pt x="883" y="1229"/>
                      </a:cubicBezTo>
                      <a:cubicBezTo>
                        <a:pt x="725" y="1135"/>
                        <a:pt x="725" y="914"/>
                        <a:pt x="883" y="757"/>
                      </a:cubicBezTo>
                      <a:cubicBezTo>
                        <a:pt x="946" y="694"/>
                        <a:pt x="1032" y="662"/>
                        <a:pt x="1119" y="662"/>
                      </a:cubicBezTo>
                      <a:close/>
                      <a:moveTo>
                        <a:pt x="1115" y="1"/>
                      </a:moveTo>
                      <a:cubicBezTo>
                        <a:pt x="851" y="1"/>
                        <a:pt x="584" y="95"/>
                        <a:pt x="379" y="284"/>
                      </a:cubicBezTo>
                      <a:cubicBezTo>
                        <a:pt x="1" y="694"/>
                        <a:pt x="1" y="1355"/>
                        <a:pt x="379" y="1733"/>
                      </a:cubicBezTo>
                      <a:cubicBezTo>
                        <a:pt x="599" y="1938"/>
                        <a:pt x="867" y="2041"/>
                        <a:pt x="1127" y="2041"/>
                      </a:cubicBezTo>
                      <a:cubicBezTo>
                        <a:pt x="1387" y="2041"/>
                        <a:pt x="1639" y="1938"/>
                        <a:pt x="1828" y="1733"/>
                      </a:cubicBezTo>
                      <a:cubicBezTo>
                        <a:pt x="2238" y="1355"/>
                        <a:pt x="2238" y="694"/>
                        <a:pt x="1828" y="284"/>
                      </a:cubicBezTo>
                      <a:cubicBezTo>
                        <a:pt x="1639" y="95"/>
                        <a:pt x="1379" y="1"/>
                        <a:pt x="11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200"/>
                </a:p>
              </p:txBody>
            </p:sp>
          </p:grpSp>
        </p:grp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08387488-3AAD-4E1B-9E7B-A94A2C7D1A98}"/>
                </a:ext>
              </a:extLst>
            </p:cNvPr>
            <p:cNvSpPr txBox="1"/>
            <p:nvPr/>
          </p:nvSpPr>
          <p:spPr>
            <a:xfrm>
              <a:off x="3339880" y="3988426"/>
              <a:ext cx="1909958" cy="298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00B0F0"/>
                  </a:solidFill>
                  <a:latin typeface="Raleway" pitchFamily="2" charset="0"/>
                </a:rPr>
                <a:t>DÉCOUVERTE</a:t>
              </a:r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87B44B3F-220D-483F-91AE-7E753A47E1C0}"/>
              </a:ext>
            </a:extLst>
          </p:cNvPr>
          <p:cNvGrpSpPr/>
          <p:nvPr/>
        </p:nvGrpSpPr>
        <p:grpSpPr>
          <a:xfrm>
            <a:off x="4593539" y="1967289"/>
            <a:ext cx="1001046" cy="1168074"/>
            <a:chOff x="4222697" y="1883535"/>
            <a:chExt cx="1510660" cy="1762719"/>
          </a:xfrm>
        </p:grpSpPr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56778383-8DD7-4347-891B-7C92595B5AD4}"/>
                </a:ext>
              </a:extLst>
            </p:cNvPr>
            <p:cNvGrpSpPr/>
            <p:nvPr/>
          </p:nvGrpSpPr>
          <p:grpSpPr>
            <a:xfrm>
              <a:off x="4490616" y="1883535"/>
              <a:ext cx="959691" cy="959691"/>
              <a:chOff x="9906187" y="506198"/>
              <a:chExt cx="959691" cy="959691"/>
            </a:xfrm>
          </p:grpSpPr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7C1B7CEC-97F2-4441-8725-01E9C9DD85D6}"/>
                  </a:ext>
                </a:extLst>
              </p:cNvPr>
              <p:cNvSpPr/>
              <p:nvPr/>
            </p:nvSpPr>
            <p:spPr>
              <a:xfrm>
                <a:off x="9906187" y="506198"/>
                <a:ext cx="959691" cy="959691"/>
              </a:xfrm>
              <a:prstGeom prst="ellipse">
                <a:avLst/>
              </a:prstGeom>
              <a:solidFill>
                <a:srgbClr val="2C4D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grpSp>
            <p:nvGrpSpPr>
              <p:cNvPr id="85" name="Google Shape;4488;p59">
                <a:extLst>
                  <a:ext uri="{FF2B5EF4-FFF2-40B4-BE49-F238E27FC236}">
                    <a16:creationId xmlns:a16="http://schemas.microsoft.com/office/drawing/2014/main" id="{81864CC8-F453-4F70-96C6-74C003D9B468}"/>
                  </a:ext>
                </a:extLst>
              </p:cNvPr>
              <p:cNvGrpSpPr/>
              <p:nvPr/>
            </p:nvGrpSpPr>
            <p:grpSpPr>
              <a:xfrm>
                <a:off x="10148628" y="750926"/>
                <a:ext cx="474808" cy="470235"/>
                <a:chOff x="3860250" y="1427025"/>
                <a:chExt cx="487900" cy="483200"/>
              </a:xfrm>
              <a:solidFill>
                <a:schemeClr val="bg1"/>
              </a:solidFill>
            </p:grpSpPr>
            <p:sp>
              <p:nvSpPr>
                <p:cNvPr id="86" name="Google Shape;4489;p59">
                  <a:extLst>
                    <a:ext uri="{FF2B5EF4-FFF2-40B4-BE49-F238E27FC236}">
                      <a16:creationId xmlns:a16="http://schemas.microsoft.com/office/drawing/2014/main" id="{B9AB6ED1-98AF-4638-8DC4-DE96FEC70AD3}"/>
                    </a:ext>
                  </a:extLst>
                </p:cNvPr>
                <p:cNvSpPr/>
                <p:nvPr/>
              </p:nvSpPr>
              <p:spPr>
                <a:xfrm>
                  <a:off x="3875800" y="1427025"/>
                  <a:ext cx="472350" cy="46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4" h="18746" extrusionOk="0">
                      <a:moveTo>
                        <a:pt x="15874" y="1821"/>
                      </a:moveTo>
                      <a:lnTo>
                        <a:pt x="6498" y="9403"/>
                      </a:lnTo>
                      <a:lnTo>
                        <a:pt x="1918" y="5629"/>
                      </a:lnTo>
                      <a:lnTo>
                        <a:pt x="15874" y="1821"/>
                      </a:lnTo>
                      <a:close/>
                      <a:moveTo>
                        <a:pt x="14524" y="4370"/>
                      </a:moveTo>
                      <a:lnTo>
                        <a:pt x="8425" y="11912"/>
                      </a:lnTo>
                      <a:lnTo>
                        <a:pt x="6257" y="12634"/>
                      </a:lnTo>
                      <a:lnTo>
                        <a:pt x="6981" y="10469"/>
                      </a:lnTo>
                      <a:lnTo>
                        <a:pt x="14524" y="4370"/>
                      </a:lnTo>
                      <a:close/>
                      <a:moveTo>
                        <a:pt x="17072" y="3020"/>
                      </a:moveTo>
                      <a:lnTo>
                        <a:pt x="13265" y="16976"/>
                      </a:lnTo>
                      <a:lnTo>
                        <a:pt x="9491" y="12392"/>
                      </a:lnTo>
                      <a:lnTo>
                        <a:pt x="17072" y="3020"/>
                      </a:lnTo>
                      <a:close/>
                      <a:moveTo>
                        <a:pt x="18298" y="0"/>
                      </a:moveTo>
                      <a:cubicBezTo>
                        <a:pt x="18286" y="0"/>
                        <a:pt x="18274" y="0"/>
                        <a:pt x="18262" y="3"/>
                      </a:cubicBezTo>
                      <a:lnTo>
                        <a:pt x="18253" y="3"/>
                      </a:lnTo>
                      <a:cubicBezTo>
                        <a:pt x="18238" y="6"/>
                        <a:pt x="18223" y="6"/>
                        <a:pt x="18211" y="12"/>
                      </a:cubicBezTo>
                      <a:lnTo>
                        <a:pt x="18193" y="15"/>
                      </a:lnTo>
                      <a:lnTo>
                        <a:pt x="18178" y="18"/>
                      </a:lnTo>
                      <a:lnTo>
                        <a:pt x="562" y="4822"/>
                      </a:lnTo>
                      <a:cubicBezTo>
                        <a:pt x="121" y="4943"/>
                        <a:pt x="0" y="5511"/>
                        <a:pt x="351" y="5804"/>
                      </a:cubicBezTo>
                      <a:lnTo>
                        <a:pt x="5834" y="10321"/>
                      </a:lnTo>
                      <a:lnTo>
                        <a:pt x="4826" y="13349"/>
                      </a:lnTo>
                      <a:cubicBezTo>
                        <a:pt x="4696" y="13732"/>
                        <a:pt x="4991" y="14098"/>
                        <a:pt x="5359" y="14098"/>
                      </a:cubicBezTo>
                      <a:cubicBezTo>
                        <a:pt x="5418" y="14098"/>
                        <a:pt x="5479" y="14089"/>
                        <a:pt x="5541" y="14068"/>
                      </a:cubicBezTo>
                      <a:lnTo>
                        <a:pt x="8570" y="13060"/>
                      </a:lnTo>
                      <a:lnTo>
                        <a:pt x="13087" y="18540"/>
                      </a:lnTo>
                      <a:cubicBezTo>
                        <a:pt x="13195" y="18670"/>
                        <a:pt x="13355" y="18745"/>
                        <a:pt x="13525" y="18745"/>
                      </a:cubicBezTo>
                      <a:cubicBezTo>
                        <a:pt x="13564" y="18745"/>
                        <a:pt x="13603" y="18742"/>
                        <a:pt x="13642" y="18733"/>
                      </a:cubicBezTo>
                      <a:cubicBezTo>
                        <a:pt x="13848" y="18691"/>
                        <a:pt x="14014" y="18534"/>
                        <a:pt x="14071" y="18328"/>
                      </a:cubicBezTo>
                      <a:lnTo>
                        <a:pt x="18875" y="716"/>
                      </a:lnTo>
                      <a:cubicBezTo>
                        <a:pt x="18875" y="710"/>
                        <a:pt x="18875" y="704"/>
                        <a:pt x="18878" y="698"/>
                      </a:cubicBezTo>
                      <a:lnTo>
                        <a:pt x="18881" y="683"/>
                      </a:lnTo>
                      <a:cubicBezTo>
                        <a:pt x="18884" y="668"/>
                        <a:pt x="18887" y="653"/>
                        <a:pt x="18890" y="637"/>
                      </a:cubicBezTo>
                      <a:cubicBezTo>
                        <a:pt x="18890" y="637"/>
                        <a:pt x="18890" y="634"/>
                        <a:pt x="18890" y="631"/>
                      </a:cubicBezTo>
                      <a:cubicBezTo>
                        <a:pt x="18890" y="619"/>
                        <a:pt x="18890" y="604"/>
                        <a:pt x="18893" y="592"/>
                      </a:cubicBezTo>
                      <a:lnTo>
                        <a:pt x="18893" y="580"/>
                      </a:lnTo>
                      <a:cubicBezTo>
                        <a:pt x="18893" y="568"/>
                        <a:pt x="18893" y="553"/>
                        <a:pt x="18893" y="541"/>
                      </a:cubicBezTo>
                      <a:cubicBezTo>
                        <a:pt x="18893" y="538"/>
                        <a:pt x="18893" y="535"/>
                        <a:pt x="18893" y="532"/>
                      </a:cubicBezTo>
                      <a:cubicBezTo>
                        <a:pt x="18893" y="517"/>
                        <a:pt x="18890" y="502"/>
                        <a:pt x="18890" y="487"/>
                      </a:cubicBezTo>
                      <a:cubicBezTo>
                        <a:pt x="18890" y="483"/>
                        <a:pt x="18890" y="480"/>
                        <a:pt x="18887" y="477"/>
                      </a:cubicBezTo>
                      <a:cubicBezTo>
                        <a:pt x="18887" y="465"/>
                        <a:pt x="18884" y="453"/>
                        <a:pt x="18881" y="441"/>
                      </a:cubicBezTo>
                      <a:lnTo>
                        <a:pt x="18878" y="429"/>
                      </a:lnTo>
                      <a:cubicBezTo>
                        <a:pt x="18875" y="417"/>
                        <a:pt x="18872" y="402"/>
                        <a:pt x="18866" y="390"/>
                      </a:cubicBezTo>
                      <a:cubicBezTo>
                        <a:pt x="18866" y="387"/>
                        <a:pt x="18866" y="384"/>
                        <a:pt x="18863" y="381"/>
                      </a:cubicBezTo>
                      <a:cubicBezTo>
                        <a:pt x="18860" y="369"/>
                        <a:pt x="18854" y="354"/>
                        <a:pt x="18848" y="345"/>
                      </a:cubicBezTo>
                      <a:cubicBezTo>
                        <a:pt x="18848" y="339"/>
                        <a:pt x="18845" y="333"/>
                        <a:pt x="18842" y="329"/>
                      </a:cubicBezTo>
                      <a:cubicBezTo>
                        <a:pt x="18839" y="323"/>
                        <a:pt x="18833" y="308"/>
                        <a:pt x="18830" y="299"/>
                      </a:cubicBezTo>
                      <a:cubicBezTo>
                        <a:pt x="18824" y="290"/>
                        <a:pt x="18824" y="290"/>
                        <a:pt x="18821" y="287"/>
                      </a:cubicBezTo>
                      <a:cubicBezTo>
                        <a:pt x="18815" y="275"/>
                        <a:pt x="18806" y="263"/>
                        <a:pt x="18797" y="248"/>
                      </a:cubicBezTo>
                      <a:lnTo>
                        <a:pt x="18790" y="239"/>
                      </a:lnTo>
                      <a:cubicBezTo>
                        <a:pt x="18784" y="230"/>
                        <a:pt x="18775" y="221"/>
                        <a:pt x="18769" y="212"/>
                      </a:cubicBezTo>
                      <a:cubicBezTo>
                        <a:pt x="18760" y="203"/>
                        <a:pt x="18763" y="203"/>
                        <a:pt x="18760" y="200"/>
                      </a:cubicBezTo>
                      <a:cubicBezTo>
                        <a:pt x="18751" y="188"/>
                        <a:pt x="18739" y="176"/>
                        <a:pt x="18727" y="163"/>
                      </a:cubicBezTo>
                      <a:cubicBezTo>
                        <a:pt x="18718" y="154"/>
                        <a:pt x="18706" y="142"/>
                        <a:pt x="18694" y="133"/>
                      </a:cubicBezTo>
                      <a:lnTo>
                        <a:pt x="18682" y="124"/>
                      </a:lnTo>
                      <a:cubicBezTo>
                        <a:pt x="18673" y="115"/>
                        <a:pt x="18664" y="109"/>
                        <a:pt x="18655" y="103"/>
                      </a:cubicBezTo>
                      <a:lnTo>
                        <a:pt x="18643" y="94"/>
                      </a:lnTo>
                      <a:cubicBezTo>
                        <a:pt x="18630" y="88"/>
                        <a:pt x="18618" y="79"/>
                        <a:pt x="18606" y="73"/>
                      </a:cubicBezTo>
                      <a:lnTo>
                        <a:pt x="18591" y="64"/>
                      </a:lnTo>
                      <a:lnTo>
                        <a:pt x="18564" y="52"/>
                      </a:lnTo>
                      <a:lnTo>
                        <a:pt x="18549" y="43"/>
                      </a:lnTo>
                      <a:cubicBezTo>
                        <a:pt x="18537" y="40"/>
                        <a:pt x="18522" y="34"/>
                        <a:pt x="18510" y="28"/>
                      </a:cubicBezTo>
                      <a:lnTo>
                        <a:pt x="18501" y="28"/>
                      </a:lnTo>
                      <a:cubicBezTo>
                        <a:pt x="18489" y="22"/>
                        <a:pt x="18476" y="18"/>
                        <a:pt x="18464" y="15"/>
                      </a:cubicBezTo>
                      <a:lnTo>
                        <a:pt x="18449" y="12"/>
                      </a:lnTo>
                      <a:lnTo>
                        <a:pt x="18416" y="6"/>
                      </a:lnTo>
                      <a:lnTo>
                        <a:pt x="18404" y="3"/>
                      </a:lnTo>
                      <a:cubicBezTo>
                        <a:pt x="18389" y="3"/>
                        <a:pt x="18374" y="0"/>
                        <a:pt x="183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7" name="Google Shape;4490;p59">
                  <a:extLst>
                    <a:ext uri="{FF2B5EF4-FFF2-40B4-BE49-F238E27FC236}">
                      <a16:creationId xmlns:a16="http://schemas.microsoft.com/office/drawing/2014/main" id="{30FC60EA-D8AC-4DD4-ACA3-281C5436BBA2}"/>
                    </a:ext>
                  </a:extLst>
                </p:cNvPr>
                <p:cNvSpPr/>
                <p:nvPr/>
              </p:nvSpPr>
              <p:spPr>
                <a:xfrm>
                  <a:off x="3860250" y="1861675"/>
                  <a:ext cx="54675" cy="4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" h="1942" extrusionOk="0">
                      <a:moveTo>
                        <a:pt x="1563" y="1"/>
                      </a:moveTo>
                      <a:cubicBezTo>
                        <a:pt x="1416" y="1"/>
                        <a:pt x="1268" y="58"/>
                        <a:pt x="1157" y="172"/>
                      </a:cubicBezTo>
                      <a:lnTo>
                        <a:pt x="357" y="976"/>
                      </a:lnTo>
                      <a:cubicBezTo>
                        <a:pt x="0" y="1332"/>
                        <a:pt x="254" y="1942"/>
                        <a:pt x="758" y="1942"/>
                      </a:cubicBezTo>
                      <a:cubicBezTo>
                        <a:pt x="906" y="1942"/>
                        <a:pt x="1051" y="1882"/>
                        <a:pt x="1157" y="1776"/>
                      </a:cubicBezTo>
                      <a:lnTo>
                        <a:pt x="1957" y="973"/>
                      </a:lnTo>
                      <a:cubicBezTo>
                        <a:pt x="2184" y="755"/>
                        <a:pt x="2187" y="390"/>
                        <a:pt x="1963" y="166"/>
                      </a:cubicBezTo>
                      <a:cubicBezTo>
                        <a:pt x="1853" y="56"/>
                        <a:pt x="1708" y="1"/>
                        <a:pt x="15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88" name="Google Shape;4491;p59">
                  <a:extLst>
                    <a:ext uri="{FF2B5EF4-FFF2-40B4-BE49-F238E27FC236}">
                      <a16:creationId xmlns:a16="http://schemas.microsoft.com/office/drawing/2014/main" id="{E51C3E33-9312-43B4-8C63-20ECA50410E8}"/>
                    </a:ext>
                  </a:extLst>
                </p:cNvPr>
                <p:cNvSpPr/>
                <p:nvPr/>
              </p:nvSpPr>
              <p:spPr>
                <a:xfrm>
                  <a:off x="3923425" y="1801775"/>
                  <a:ext cx="51350" cy="4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1942" extrusionOk="0">
                      <a:moveTo>
                        <a:pt x="1430" y="0"/>
                      </a:moveTo>
                      <a:cubicBezTo>
                        <a:pt x="1286" y="0"/>
                        <a:pt x="1141" y="56"/>
                        <a:pt x="1030" y="168"/>
                      </a:cubicBezTo>
                      <a:lnTo>
                        <a:pt x="230" y="968"/>
                      </a:lnTo>
                      <a:cubicBezTo>
                        <a:pt x="4" y="1189"/>
                        <a:pt x="1" y="1551"/>
                        <a:pt x="224" y="1774"/>
                      </a:cubicBezTo>
                      <a:cubicBezTo>
                        <a:pt x="334" y="1886"/>
                        <a:pt x="478" y="1941"/>
                        <a:pt x="623" y="1941"/>
                      </a:cubicBezTo>
                      <a:cubicBezTo>
                        <a:pt x="771" y="1941"/>
                        <a:pt x="919" y="1883"/>
                        <a:pt x="1030" y="1768"/>
                      </a:cubicBezTo>
                      <a:lnTo>
                        <a:pt x="1831" y="968"/>
                      </a:lnTo>
                      <a:cubicBezTo>
                        <a:pt x="2054" y="745"/>
                        <a:pt x="2051" y="388"/>
                        <a:pt x="1831" y="168"/>
                      </a:cubicBezTo>
                      <a:cubicBezTo>
                        <a:pt x="1720" y="56"/>
                        <a:pt x="1575" y="0"/>
                        <a:pt x="14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>
                    <a:solidFill>
                      <a:srgbClr val="435D74"/>
                    </a:solidFill>
                  </a:endParaRPr>
                </a:p>
              </p:txBody>
            </p:sp>
          </p:grpSp>
        </p:grp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099FDB36-A7C0-45B1-A3DC-C8170B30270F}"/>
                </a:ext>
              </a:extLst>
            </p:cNvPr>
            <p:cNvSpPr txBox="1"/>
            <p:nvPr/>
          </p:nvSpPr>
          <p:spPr>
            <a:xfrm>
              <a:off x="4222697" y="2942598"/>
              <a:ext cx="1510660" cy="703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900" b="1" kern="1200" dirty="0">
                  <a:solidFill>
                    <a:srgbClr val="2C4D7E"/>
                  </a:solidFill>
                  <a:latin typeface="Raleway" pitchFamily="2" charset="0"/>
                </a:rPr>
                <a:t>TRANSFERT ou pas transfert?</a:t>
              </a:r>
            </a:p>
          </p:txBody>
        </p:sp>
      </p:grp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03DAC16F-355E-4346-A660-6908A980B17A}"/>
              </a:ext>
            </a:extLst>
          </p:cNvPr>
          <p:cNvGrpSpPr/>
          <p:nvPr/>
        </p:nvGrpSpPr>
        <p:grpSpPr>
          <a:xfrm>
            <a:off x="3155669" y="1089301"/>
            <a:ext cx="3876787" cy="838665"/>
            <a:chOff x="1940048" y="384967"/>
            <a:chExt cx="6503556" cy="1406912"/>
          </a:xfrm>
        </p:grpSpPr>
        <p:grpSp>
          <p:nvGrpSpPr>
            <p:cNvPr id="91" name="Groupe 90">
              <a:extLst>
                <a:ext uri="{FF2B5EF4-FFF2-40B4-BE49-F238E27FC236}">
                  <a16:creationId xmlns:a16="http://schemas.microsoft.com/office/drawing/2014/main" id="{A6FD6CAC-5756-4458-A8C3-98FDBEF1726B}"/>
                </a:ext>
              </a:extLst>
            </p:cNvPr>
            <p:cNvGrpSpPr/>
            <p:nvPr/>
          </p:nvGrpSpPr>
          <p:grpSpPr>
            <a:xfrm>
              <a:off x="5497797" y="403702"/>
              <a:ext cx="959691" cy="959691"/>
              <a:chOff x="2440340" y="2618079"/>
              <a:chExt cx="959691" cy="959691"/>
            </a:xfrm>
          </p:grpSpPr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A99D0D6-485F-4333-A192-0DAE021C6BC2}"/>
                  </a:ext>
                </a:extLst>
              </p:cNvPr>
              <p:cNvSpPr/>
              <p:nvPr/>
            </p:nvSpPr>
            <p:spPr>
              <a:xfrm>
                <a:off x="2440340" y="2618079"/>
                <a:ext cx="959691" cy="959691"/>
              </a:xfrm>
              <a:prstGeom prst="ellipse">
                <a:avLst/>
              </a:prstGeom>
              <a:solidFill>
                <a:srgbClr val="B020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grpSp>
            <p:nvGrpSpPr>
              <p:cNvPr id="93" name="Google Shape;4442;p59">
                <a:extLst>
                  <a:ext uri="{FF2B5EF4-FFF2-40B4-BE49-F238E27FC236}">
                    <a16:creationId xmlns:a16="http://schemas.microsoft.com/office/drawing/2014/main" id="{D6A38E46-1B25-4F54-8423-E0E19B0FA029}"/>
                  </a:ext>
                </a:extLst>
              </p:cNvPr>
              <p:cNvGrpSpPr/>
              <p:nvPr/>
            </p:nvGrpSpPr>
            <p:grpSpPr>
              <a:xfrm>
                <a:off x="2652067" y="2864629"/>
                <a:ext cx="536237" cy="466590"/>
                <a:chOff x="889275" y="861850"/>
                <a:chExt cx="487950" cy="424575"/>
              </a:xfrm>
              <a:solidFill>
                <a:schemeClr val="bg1"/>
              </a:solidFill>
            </p:grpSpPr>
            <p:sp>
              <p:nvSpPr>
                <p:cNvPr id="94" name="Google Shape;4443;p59">
                  <a:extLst>
                    <a:ext uri="{FF2B5EF4-FFF2-40B4-BE49-F238E27FC236}">
                      <a16:creationId xmlns:a16="http://schemas.microsoft.com/office/drawing/2014/main" id="{F2DC7999-27D9-41C2-9473-91806C379C7C}"/>
                    </a:ext>
                  </a:extLst>
                </p:cNvPr>
                <p:cNvSpPr/>
                <p:nvPr/>
              </p:nvSpPr>
              <p:spPr>
                <a:xfrm>
                  <a:off x="1319225" y="1031700"/>
                  <a:ext cx="56650" cy="2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133" extrusionOk="0">
                      <a:moveTo>
                        <a:pt x="569" y="1"/>
                      </a:moveTo>
                      <a:cubicBezTo>
                        <a:pt x="255" y="1"/>
                        <a:pt x="1" y="251"/>
                        <a:pt x="1" y="565"/>
                      </a:cubicBezTo>
                      <a:cubicBezTo>
                        <a:pt x="1" y="879"/>
                        <a:pt x="255" y="1133"/>
                        <a:pt x="569" y="1133"/>
                      </a:cubicBezTo>
                      <a:lnTo>
                        <a:pt x="1701" y="1133"/>
                      </a:lnTo>
                      <a:cubicBezTo>
                        <a:pt x="2012" y="1133"/>
                        <a:pt x="2265" y="879"/>
                        <a:pt x="2265" y="565"/>
                      </a:cubicBezTo>
                      <a:cubicBezTo>
                        <a:pt x="2265" y="251"/>
                        <a:pt x="2012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5" name="Google Shape;4444;p59">
                  <a:extLst>
                    <a:ext uri="{FF2B5EF4-FFF2-40B4-BE49-F238E27FC236}">
                      <a16:creationId xmlns:a16="http://schemas.microsoft.com/office/drawing/2014/main" id="{A209488D-9A1B-402A-BAA7-A492F080693C}"/>
                    </a:ext>
                  </a:extLst>
                </p:cNvPr>
                <p:cNvSpPr/>
                <p:nvPr/>
              </p:nvSpPr>
              <p:spPr>
                <a:xfrm>
                  <a:off x="1314475" y="946725"/>
                  <a:ext cx="62750" cy="5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0" h="2268" extrusionOk="0">
                      <a:moveTo>
                        <a:pt x="1889" y="0"/>
                      </a:moveTo>
                      <a:cubicBezTo>
                        <a:pt x="1744" y="0"/>
                        <a:pt x="1599" y="55"/>
                        <a:pt x="1489" y="166"/>
                      </a:cubicBezTo>
                      <a:lnTo>
                        <a:pt x="357" y="1298"/>
                      </a:lnTo>
                      <a:cubicBezTo>
                        <a:pt x="1" y="1657"/>
                        <a:pt x="251" y="2267"/>
                        <a:pt x="759" y="2267"/>
                      </a:cubicBezTo>
                      <a:cubicBezTo>
                        <a:pt x="906" y="2267"/>
                        <a:pt x="1051" y="2207"/>
                        <a:pt x="1157" y="2101"/>
                      </a:cubicBezTo>
                      <a:lnTo>
                        <a:pt x="2289" y="969"/>
                      </a:lnTo>
                      <a:cubicBezTo>
                        <a:pt x="2510" y="745"/>
                        <a:pt x="2510" y="389"/>
                        <a:pt x="2289" y="166"/>
                      </a:cubicBezTo>
                      <a:cubicBezTo>
                        <a:pt x="2179" y="55"/>
                        <a:pt x="2034" y="0"/>
                        <a:pt x="188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6" name="Google Shape;4445;p59">
                  <a:extLst>
                    <a:ext uri="{FF2B5EF4-FFF2-40B4-BE49-F238E27FC236}">
                      <a16:creationId xmlns:a16="http://schemas.microsoft.com/office/drawing/2014/main" id="{914403B6-CB0D-4149-A0C2-4E3026266797}"/>
                    </a:ext>
                  </a:extLst>
                </p:cNvPr>
                <p:cNvSpPr/>
                <p:nvPr/>
              </p:nvSpPr>
              <p:spPr>
                <a:xfrm>
                  <a:off x="1317875" y="1088250"/>
                  <a:ext cx="59350" cy="5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" h="2267" extrusionOk="0">
                      <a:moveTo>
                        <a:pt x="621" y="1"/>
                      </a:moveTo>
                      <a:cubicBezTo>
                        <a:pt x="476" y="1"/>
                        <a:pt x="331" y="56"/>
                        <a:pt x="221" y="166"/>
                      </a:cubicBezTo>
                      <a:cubicBezTo>
                        <a:pt x="1" y="390"/>
                        <a:pt x="1" y="746"/>
                        <a:pt x="221" y="969"/>
                      </a:cubicBezTo>
                      <a:lnTo>
                        <a:pt x="1353" y="2102"/>
                      </a:lnTo>
                      <a:cubicBezTo>
                        <a:pt x="1463" y="2212"/>
                        <a:pt x="1608" y="2267"/>
                        <a:pt x="1753" y="2267"/>
                      </a:cubicBezTo>
                      <a:cubicBezTo>
                        <a:pt x="1898" y="2267"/>
                        <a:pt x="2043" y="2212"/>
                        <a:pt x="2153" y="2102"/>
                      </a:cubicBezTo>
                      <a:cubicBezTo>
                        <a:pt x="2374" y="1878"/>
                        <a:pt x="2374" y="1522"/>
                        <a:pt x="2153" y="1298"/>
                      </a:cubicBezTo>
                      <a:lnTo>
                        <a:pt x="1021" y="166"/>
                      </a:lnTo>
                      <a:cubicBezTo>
                        <a:pt x="911" y="56"/>
                        <a:pt x="766" y="1"/>
                        <a:pt x="6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7" name="Google Shape;4446;p59">
                  <a:extLst>
                    <a:ext uri="{FF2B5EF4-FFF2-40B4-BE49-F238E27FC236}">
                      <a16:creationId xmlns:a16="http://schemas.microsoft.com/office/drawing/2014/main" id="{1BEAFF4C-89B9-476D-B18B-882C8B2AADCA}"/>
                    </a:ext>
                  </a:extLst>
                </p:cNvPr>
                <p:cNvSpPr/>
                <p:nvPr/>
              </p:nvSpPr>
              <p:spPr>
                <a:xfrm>
                  <a:off x="889275" y="861850"/>
                  <a:ext cx="400700" cy="42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28" h="16983" extrusionOk="0">
                      <a:moveTo>
                        <a:pt x="4668" y="4530"/>
                      </a:moveTo>
                      <a:lnTo>
                        <a:pt x="4668" y="10191"/>
                      </a:lnTo>
                      <a:lnTo>
                        <a:pt x="4104" y="10191"/>
                      </a:lnTo>
                      <a:cubicBezTo>
                        <a:pt x="2539" y="10191"/>
                        <a:pt x="1271" y="8923"/>
                        <a:pt x="1271" y="7359"/>
                      </a:cubicBezTo>
                      <a:cubicBezTo>
                        <a:pt x="1271" y="5795"/>
                        <a:pt x="2539" y="4530"/>
                        <a:pt x="4104" y="4530"/>
                      </a:cubicBezTo>
                      <a:close/>
                      <a:moveTo>
                        <a:pt x="6972" y="4530"/>
                      </a:moveTo>
                      <a:lnTo>
                        <a:pt x="6972" y="10191"/>
                      </a:lnTo>
                      <a:lnTo>
                        <a:pt x="5800" y="10191"/>
                      </a:lnTo>
                      <a:lnTo>
                        <a:pt x="5800" y="4530"/>
                      </a:lnTo>
                      <a:close/>
                      <a:moveTo>
                        <a:pt x="12633" y="1565"/>
                      </a:moveTo>
                      <a:lnTo>
                        <a:pt x="12633" y="13153"/>
                      </a:lnTo>
                      <a:lnTo>
                        <a:pt x="8104" y="10436"/>
                      </a:lnTo>
                      <a:lnTo>
                        <a:pt x="8104" y="4282"/>
                      </a:lnTo>
                      <a:lnTo>
                        <a:pt x="12633" y="1565"/>
                      </a:lnTo>
                      <a:close/>
                      <a:moveTo>
                        <a:pt x="14330" y="1133"/>
                      </a:moveTo>
                      <a:cubicBezTo>
                        <a:pt x="14644" y="1133"/>
                        <a:pt x="14898" y="1384"/>
                        <a:pt x="14898" y="1698"/>
                      </a:cubicBezTo>
                      <a:lnTo>
                        <a:pt x="14898" y="13021"/>
                      </a:lnTo>
                      <a:cubicBezTo>
                        <a:pt x="14898" y="13335"/>
                        <a:pt x="14644" y="13588"/>
                        <a:pt x="14330" y="13588"/>
                      </a:cubicBezTo>
                      <a:lnTo>
                        <a:pt x="13766" y="13588"/>
                      </a:lnTo>
                      <a:lnTo>
                        <a:pt x="13766" y="1133"/>
                      </a:lnTo>
                      <a:close/>
                      <a:moveTo>
                        <a:pt x="5800" y="11324"/>
                      </a:moveTo>
                      <a:lnTo>
                        <a:pt x="5800" y="15285"/>
                      </a:lnTo>
                      <a:cubicBezTo>
                        <a:pt x="5800" y="15599"/>
                        <a:pt x="5547" y="15850"/>
                        <a:pt x="5236" y="15850"/>
                      </a:cubicBezTo>
                      <a:cubicBezTo>
                        <a:pt x="4922" y="15850"/>
                        <a:pt x="4668" y="15599"/>
                        <a:pt x="4668" y="15285"/>
                      </a:cubicBezTo>
                      <a:lnTo>
                        <a:pt x="4668" y="11324"/>
                      </a:lnTo>
                      <a:close/>
                      <a:moveTo>
                        <a:pt x="13132" y="1"/>
                      </a:moveTo>
                      <a:lnTo>
                        <a:pt x="13098" y="7"/>
                      </a:lnTo>
                      <a:lnTo>
                        <a:pt x="13074" y="10"/>
                      </a:lnTo>
                      <a:cubicBezTo>
                        <a:pt x="13065" y="10"/>
                        <a:pt x="13056" y="16"/>
                        <a:pt x="13047" y="19"/>
                      </a:cubicBezTo>
                      <a:cubicBezTo>
                        <a:pt x="13038" y="22"/>
                        <a:pt x="13029" y="22"/>
                        <a:pt x="13020" y="25"/>
                      </a:cubicBezTo>
                      <a:lnTo>
                        <a:pt x="12996" y="34"/>
                      </a:lnTo>
                      <a:lnTo>
                        <a:pt x="12966" y="46"/>
                      </a:lnTo>
                      <a:lnTo>
                        <a:pt x="12947" y="58"/>
                      </a:lnTo>
                      <a:cubicBezTo>
                        <a:pt x="12935" y="61"/>
                        <a:pt x="12926" y="67"/>
                        <a:pt x="12917" y="73"/>
                      </a:cubicBezTo>
                      <a:lnTo>
                        <a:pt x="12908" y="79"/>
                      </a:lnTo>
                      <a:lnTo>
                        <a:pt x="7380" y="3398"/>
                      </a:lnTo>
                      <a:lnTo>
                        <a:pt x="4104" y="3398"/>
                      </a:lnTo>
                      <a:cubicBezTo>
                        <a:pt x="2023" y="3398"/>
                        <a:pt x="299" y="5001"/>
                        <a:pt x="151" y="7075"/>
                      </a:cubicBezTo>
                      <a:cubicBezTo>
                        <a:pt x="0" y="9150"/>
                        <a:pt x="1480" y="10986"/>
                        <a:pt x="3536" y="11281"/>
                      </a:cubicBezTo>
                      <a:lnTo>
                        <a:pt x="3536" y="15285"/>
                      </a:lnTo>
                      <a:cubicBezTo>
                        <a:pt x="3536" y="16224"/>
                        <a:pt x="4297" y="16982"/>
                        <a:pt x="5236" y="16982"/>
                      </a:cubicBezTo>
                      <a:cubicBezTo>
                        <a:pt x="6172" y="16982"/>
                        <a:pt x="6933" y="16224"/>
                        <a:pt x="6933" y="15285"/>
                      </a:cubicBezTo>
                      <a:lnTo>
                        <a:pt x="6933" y="11324"/>
                      </a:lnTo>
                      <a:lnTo>
                        <a:pt x="7380" y="11324"/>
                      </a:lnTo>
                      <a:lnTo>
                        <a:pt x="12908" y="14639"/>
                      </a:lnTo>
                      <a:cubicBezTo>
                        <a:pt x="12911" y="14642"/>
                        <a:pt x="12914" y="14642"/>
                        <a:pt x="12920" y="14645"/>
                      </a:cubicBezTo>
                      <a:lnTo>
                        <a:pt x="12935" y="14654"/>
                      </a:lnTo>
                      <a:cubicBezTo>
                        <a:pt x="12947" y="14660"/>
                        <a:pt x="12963" y="14666"/>
                        <a:pt x="12975" y="14672"/>
                      </a:cubicBezTo>
                      <a:lnTo>
                        <a:pt x="12984" y="14675"/>
                      </a:lnTo>
                      <a:cubicBezTo>
                        <a:pt x="12996" y="14681"/>
                        <a:pt x="13011" y="14687"/>
                        <a:pt x="13023" y="14690"/>
                      </a:cubicBezTo>
                      <a:lnTo>
                        <a:pt x="13038" y="14696"/>
                      </a:lnTo>
                      <a:cubicBezTo>
                        <a:pt x="13053" y="14699"/>
                        <a:pt x="13068" y="14702"/>
                        <a:pt x="13083" y="14708"/>
                      </a:cubicBezTo>
                      <a:cubicBezTo>
                        <a:pt x="13101" y="14712"/>
                        <a:pt x="13117" y="14715"/>
                        <a:pt x="13135" y="14715"/>
                      </a:cubicBezTo>
                      <a:lnTo>
                        <a:pt x="13144" y="14715"/>
                      </a:lnTo>
                      <a:cubicBezTo>
                        <a:pt x="13162" y="14715"/>
                        <a:pt x="13180" y="14718"/>
                        <a:pt x="13198" y="14718"/>
                      </a:cubicBezTo>
                      <a:lnTo>
                        <a:pt x="14330" y="14718"/>
                      </a:lnTo>
                      <a:cubicBezTo>
                        <a:pt x="15266" y="14718"/>
                        <a:pt x="16027" y="13957"/>
                        <a:pt x="16027" y="13021"/>
                      </a:cubicBezTo>
                      <a:lnTo>
                        <a:pt x="16027" y="1698"/>
                      </a:lnTo>
                      <a:cubicBezTo>
                        <a:pt x="16027" y="759"/>
                        <a:pt x="15266" y="1"/>
                        <a:pt x="143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050">
                    <a:solidFill>
                      <a:srgbClr val="435D74"/>
                    </a:solidFill>
                  </a:endParaRPr>
                </a:p>
              </p:txBody>
            </p:sp>
          </p:grpSp>
        </p:grpSp>
        <p:grpSp>
          <p:nvGrpSpPr>
            <p:cNvPr id="98" name="Groupe 97">
              <a:extLst>
                <a:ext uri="{FF2B5EF4-FFF2-40B4-BE49-F238E27FC236}">
                  <a16:creationId xmlns:a16="http://schemas.microsoft.com/office/drawing/2014/main" id="{F4284963-D236-458B-9B25-9151BB215789}"/>
                </a:ext>
              </a:extLst>
            </p:cNvPr>
            <p:cNvGrpSpPr/>
            <p:nvPr/>
          </p:nvGrpSpPr>
          <p:grpSpPr>
            <a:xfrm>
              <a:off x="3826848" y="403702"/>
              <a:ext cx="959691" cy="959691"/>
              <a:chOff x="780445" y="2277219"/>
              <a:chExt cx="959691" cy="959691"/>
            </a:xfrm>
          </p:grpSpPr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BCE21C3D-0DA0-4FE8-A505-174241100DCE}"/>
                  </a:ext>
                </a:extLst>
              </p:cNvPr>
              <p:cNvSpPr/>
              <p:nvPr/>
            </p:nvSpPr>
            <p:spPr>
              <a:xfrm>
                <a:off x="780445" y="2277219"/>
                <a:ext cx="959691" cy="959691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grpSp>
            <p:nvGrpSpPr>
              <p:cNvPr id="100" name="Google Shape;5854;p62">
                <a:extLst>
                  <a:ext uri="{FF2B5EF4-FFF2-40B4-BE49-F238E27FC236}">
                    <a16:creationId xmlns:a16="http://schemas.microsoft.com/office/drawing/2014/main" id="{55E778D8-919F-4BF6-A158-EF5D98A39007}"/>
                  </a:ext>
                </a:extLst>
              </p:cNvPr>
              <p:cNvGrpSpPr/>
              <p:nvPr/>
            </p:nvGrpSpPr>
            <p:grpSpPr>
              <a:xfrm>
                <a:off x="1039076" y="2535261"/>
                <a:ext cx="442428" cy="443607"/>
                <a:chOff x="-47157950" y="2712175"/>
                <a:chExt cx="300100" cy="300900"/>
              </a:xfrm>
              <a:solidFill>
                <a:schemeClr val="bg1"/>
              </a:solidFill>
            </p:grpSpPr>
            <p:sp>
              <p:nvSpPr>
                <p:cNvPr id="101" name="Google Shape;5855;p62">
                  <a:extLst>
                    <a:ext uri="{FF2B5EF4-FFF2-40B4-BE49-F238E27FC236}">
                      <a16:creationId xmlns:a16="http://schemas.microsoft.com/office/drawing/2014/main" id="{5EF27719-AFEE-4B56-AC5F-050AEA18E6F9}"/>
                    </a:ext>
                  </a:extLst>
                </p:cNvPr>
                <p:cNvSpPr/>
                <p:nvPr/>
              </p:nvSpPr>
              <p:spPr>
                <a:xfrm>
                  <a:off x="-47157950" y="2712175"/>
                  <a:ext cx="300100" cy="3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4" h="12036" extrusionOk="0">
                      <a:moveTo>
                        <a:pt x="7026" y="1166"/>
                      </a:moveTo>
                      <a:lnTo>
                        <a:pt x="7940" y="2048"/>
                      </a:lnTo>
                      <a:lnTo>
                        <a:pt x="7026" y="2048"/>
                      </a:lnTo>
                      <a:lnTo>
                        <a:pt x="7026" y="1166"/>
                      </a:lnTo>
                      <a:close/>
                      <a:moveTo>
                        <a:pt x="6333" y="693"/>
                      </a:moveTo>
                      <a:lnTo>
                        <a:pt x="6333" y="2458"/>
                      </a:lnTo>
                      <a:cubicBezTo>
                        <a:pt x="6333" y="2647"/>
                        <a:pt x="6491" y="2804"/>
                        <a:pt x="6680" y="2804"/>
                      </a:cubicBezTo>
                      <a:lnTo>
                        <a:pt x="8444" y="2804"/>
                      </a:lnTo>
                      <a:lnTo>
                        <a:pt x="8444" y="4222"/>
                      </a:lnTo>
                      <a:lnTo>
                        <a:pt x="3529" y="4222"/>
                      </a:lnTo>
                      <a:lnTo>
                        <a:pt x="3529" y="693"/>
                      </a:lnTo>
                      <a:close/>
                      <a:moveTo>
                        <a:pt x="10933" y="4222"/>
                      </a:moveTo>
                      <a:cubicBezTo>
                        <a:pt x="11122" y="4222"/>
                        <a:pt x="11279" y="4380"/>
                        <a:pt x="11279" y="4569"/>
                      </a:cubicBezTo>
                      <a:lnTo>
                        <a:pt x="11279" y="8097"/>
                      </a:lnTo>
                      <a:lnTo>
                        <a:pt x="11248" y="8097"/>
                      </a:lnTo>
                      <a:cubicBezTo>
                        <a:pt x="11248" y="8286"/>
                        <a:pt x="11090" y="8444"/>
                        <a:pt x="10901" y="8444"/>
                      </a:cubicBezTo>
                      <a:lnTo>
                        <a:pt x="9137" y="8444"/>
                      </a:lnTo>
                      <a:lnTo>
                        <a:pt x="9137" y="7719"/>
                      </a:lnTo>
                      <a:lnTo>
                        <a:pt x="9483" y="7719"/>
                      </a:lnTo>
                      <a:cubicBezTo>
                        <a:pt x="9673" y="7719"/>
                        <a:pt x="9830" y="7562"/>
                        <a:pt x="9830" y="7372"/>
                      </a:cubicBezTo>
                      <a:cubicBezTo>
                        <a:pt x="9830" y="7183"/>
                        <a:pt x="9673" y="7026"/>
                        <a:pt x="9483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7183"/>
                        <a:pt x="2111" y="7372"/>
                      </a:cubicBezTo>
                      <a:cubicBezTo>
                        <a:pt x="2111" y="7562"/>
                        <a:pt x="2269" y="7719"/>
                        <a:pt x="2458" y="7719"/>
                      </a:cubicBezTo>
                      <a:lnTo>
                        <a:pt x="2836" y="7719"/>
                      </a:lnTo>
                      <a:lnTo>
                        <a:pt x="2836" y="8444"/>
                      </a:lnTo>
                      <a:lnTo>
                        <a:pt x="1040" y="8444"/>
                      </a:lnTo>
                      <a:cubicBezTo>
                        <a:pt x="851" y="8444"/>
                        <a:pt x="694" y="8286"/>
                        <a:pt x="694" y="8097"/>
                      </a:cubicBezTo>
                      <a:lnTo>
                        <a:pt x="694" y="4569"/>
                      </a:lnTo>
                      <a:cubicBezTo>
                        <a:pt x="694" y="4380"/>
                        <a:pt x="851" y="4222"/>
                        <a:pt x="1040" y="4222"/>
                      </a:cubicBezTo>
                      <a:lnTo>
                        <a:pt x="2836" y="4222"/>
                      </a:lnTo>
                      <a:lnTo>
                        <a:pt x="2836" y="4569"/>
                      </a:lnTo>
                      <a:cubicBezTo>
                        <a:pt x="2836" y="4789"/>
                        <a:pt x="2993" y="4947"/>
                        <a:pt x="3183" y="4947"/>
                      </a:cubicBezTo>
                      <a:lnTo>
                        <a:pt x="8822" y="4947"/>
                      </a:lnTo>
                      <a:cubicBezTo>
                        <a:pt x="9011" y="4947"/>
                        <a:pt x="9168" y="4789"/>
                        <a:pt x="9168" y="4569"/>
                      </a:cubicBezTo>
                      <a:lnTo>
                        <a:pt x="9168" y="4222"/>
                      </a:lnTo>
                      <a:close/>
                      <a:moveTo>
                        <a:pt x="8412" y="7719"/>
                      </a:moveTo>
                      <a:lnTo>
                        <a:pt x="8412" y="11279"/>
                      </a:lnTo>
                      <a:lnTo>
                        <a:pt x="3498" y="11279"/>
                      </a:lnTo>
                      <a:lnTo>
                        <a:pt x="3498" y="7719"/>
                      </a:lnTo>
                      <a:close/>
                      <a:moveTo>
                        <a:pt x="3183" y="0"/>
                      </a:moveTo>
                      <a:cubicBezTo>
                        <a:pt x="2993" y="0"/>
                        <a:pt x="2836" y="158"/>
                        <a:pt x="2836" y="378"/>
                      </a:cubicBezTo>
                      <a:lnTo>
                        <a:pt x="2836" y="3560"/>
                      </a:lnTo>
                      <a:lnTo>
                        <a:pt x="1072" y="3560"/>
                      </a:lnTo>
                      <a:cubicBezTo>
                        <a:pt x="473" y="3560"/>
                        <a:pt x="1" y="4033"/>
                        <a:pt x="1" y="4600"/>
                      </a:cubicBezTo>
                      <a:lnTo>
                        <a:pt x="1" y="8129"/>
                      </a:lnTo>
                      <a:cubicBezTo>
                        <a:pt x="1" y="8696"/>
                        <a:pt x="473" y="9168"/>
                        <a:pt x="1072" y="9168"/>
                      </a:cubicBezTo>
                      <a:lnTo>
                        <a:pt x="2836" y="9168"/>
                      </a:lnTo>
                      <a:lnTo>
                        <a:pt x="2836" y="11657"/>
                      </a:lnTo>
                      <a:cubicBezTo>
                        <a:pt x="2836" y="11846"/>
                        <a:pt x="2993" y="12035"/>
                        <a:pt x="3183" y="12035"/>
                      </a:cubicBezTo>
                      <a:lnTo>
                        <a:pt x="8822" y="12035"/>
                      </a:lnTo>
                      <a:cubicBezTo>
                        <a:pt x="9011" y="12035"/>
                        <a:pt x="9168" y="11846"/>
                        <a:pt x="9168" y="11657"/>
                      </a:cubicBezTo>
                      <a:lnTo>
                        <a:pt x="9168" y="9168"/>
                      </a:lnTo>
                      <a:lnTo>
                        <a:pt x="10933" y="9168"/>
                      </a:lnTo>
                      <a:cubicBezTo>
                        <a:pt x="11531" y="9168"/>
                        <a:pt x="12004" y="8696"/>
                        <a:pt x="12004" y="8129"/>
                      </a:cubicBezTo>
                      <a:lnTo>
                        <a:pt x="12004" y="4600"/>
                      </a:lnTo>
                      <a:cubicBezTo>
                        <a:pt x="11972" y="4001"/>
                        <a:pt x="11500" y="3529"/>
                        <a:pt x="10901" y="3529"/>
                      </a:cubicBezTo>
                      <a:lnTo>
                        <a:pt x="9137" y="3529"/>
                      </a:lnTo>
                      <a:lnTo>
                        <a:pt x="9137" y="2458"/>
                      </a:lnTo>
                      <a:cubicBezTo>
                        <a:pt x="9137" y="2363"/>
                        <a:pt x="9074" y="2269"/>
                        <a:pt x="9011" y="2206"/>
                      </a:cubicBezTo>
                      <a:lnTo>
                        <a:pt x="6932" y="126"/>
                      </a:lnTo>
                      <a:cubicBezTo>
                        <a:pt x="6837" y="63"/>
                        <a:pt x="6774" y="0"/>
                        <a:pt x="6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2" name="Google Shape;5856;p62">
                  <a:extLst>
                    <a:ext uri="{FF2B5EF4-FFF2-40B4-BE49-F238E27FC236}">
                      <a16:creationId xmlns:a16="http://schemas.microsoft.com/office/drawing/2014/main" id="{B4C81699-9D15-4237-AA8D-809EF2784C9F}"/>
                    </a:ext>
                  </a:extLst>
                </p:cNvPr>
                <p:cNvSpPr/>
                <p:nvPr/>
              </p:nvSpPr>
              <p:spPr>
                <a:xfrm>
                  <a:off x="-47087075" y="28523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37" y="693"/>
                        <a:pt x="694" y="536"/>
                        <a:pt x="694" y="347"/>
                      </a:cubicBezTo>
                      <a:cubicBezTo>
                        <a:pt x="694" y="158"/>
                        <a:pt x="537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3" name="Google Shape;5857;p62">
                  <a:extLst>
                    <a:ext uri="{FF2B5EF4-FFF2-40B4-BE49-F238E27FC236}">
                      <a16:creationId xmlns:a16="http://schemas.microsoft.com/office/drawing/2014/main" id="{77C3494F-D656-4585-BD53-AE3A70FAF032}"/>
                    </a:ext>
                  </a:extLst>
                </p:cNvPr>
                <p:cNvSpPr/>
                <p:nvPr/>
              </p:nvSpPr>
              <p:spPr>
                <a:xfrm>
                  <a:off x="-47052400" y="28523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26" y="0"/>
                        <a:pt x="0" y="158"/>
                        <a:pt x="0" y="347"/>
                      </a:cubicBezTo>
                      <a:cubicBezTo>
                        <a:pt x="0" y="536"/>
                        <a:pt x="126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4" name="Google Shape;5858;p62">
                  <a:extLst>
                    <a:ext uri="{FF2B5EF4-FFF2-40B4-BE49-F238E27FC236}">
                      <a16:creationId xmlns:a16="http://schemas.microsoft.com/office/drawing/2014/main" id="{69820D33-57E1-4152-B130-F1B28F94E6E8}"/>
                    </a:ext>
                  </a:extLst>
                </p:cNvPr>
                <p:cNvSpPr/>
                <p:nvPr/>
              </p:nvSpPr>
              <p:spPr>
                <a:xfrm>
                  <a:off x="-47051625" y="29579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3151" y="694"/>
                      </a:lnTo>
                      <a:cubicBezTo>
                        <a:pt x="3340" y="694"/>
                        <a:pt x="3498" y="536"/>
                        <a:pt x="3498" y="347"/>
                      </a:cubicBezTo>
                      <a:cubicBezTo>
                        <a:pt x="3498" y="158"/>
                        <a:pt x="3340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5" name="Google Shape;5859;p62">
                  <a:extLst>
                    <a:ext uri="{FF2B5EF4-FFF2-40B4-BE49-F238E27FC236}">
                      <a16:creationId xmlns:a16="http://schemas.microsoft.com/office/drawing/2014/main" id="{AFAB0DA4-72DA-4F09-A944-D09018237782}"/>
                    </a:ext>
                  </a:extLst>
                </p:cNvPr>
                <p:cNvSpPr/>
                <p:nvPr/>
              </p:nvSpPr>
              <p:spPr>
                <a:xfrm>
                  <a:off x="-47051625" y="292325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3151" y="694"/>
                      </a:lnTo>
                      <a:cubicBezTo>
                        <a:pt x="3340" y="694"/>
                        <a:pt x="3498" y="536"/>
                        <a:pt x="3498" y="347"/>
                      </a:cubicBezTo>
                      <a:cubicBezTo>
                        <a:pt x="3498" y="158"/>
                        <a:pt x="3340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6" name="Google Shape;5860;p62">
                  <a:extLst>
                    <a:ext uri="{FF2B5EF4-FFF2-40B4-BE49-F238E27FC236}">
                      <a16:creationId xmlns:a16="http://schemas.microsoft.com/office/drawing/2014/main" id="{A7BC8B86-4E0B-4122-B825-5216AFE917ED}"/>
                    </a:ext>
                  </a:extLst>
                </p:cNvPr>
                <p:cNvSpPr/>
                <p:nvPr/>
              </p:nvSpPr>
              <p:spPr>
                <a:xfrm>
                  <a:off x="-47017750" y="2852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lnTo>
                        <a:pt x="1072" y="693"/>
                      </a:lnTo>
                      <a:cubicBezTo>
                        <a:pt x="1261" y="693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07" name="Google Shape;5861;p62">
                  <a:extLst>
                    <a:ext uri="{FF2B5EF4-FFF2-40B4-BE49-F238E27FC236}">
                      <a16:creationId xmlns:a16="http://schemas.microsoft.com/office/drawing/2014/main" id="{B3394B10-1D80-4346-93AE-DA7CB0CC9E65}"/>
                    </a:ext>
                  </a:extLst>
                </p:cNvPr>
                <p:cNvSpPr/>
                <p:nvPr/>
              </p:nvSpPr>
              <p:spPr>
                <a:xfrm>
                  <a:off x="-46964975" y="2852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1040" y="693"/>
                      </a:lnTo>
                      <a:cubicBezTo>
                        <a:pt x="1260" y="693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</p:grpSp>
        </p:grp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4209FA07-E160-4EDE-A3D6-08538C6A4370}"/>
                </a:ext>
              </a:extLst>
            </p:cNvPr>
            <p:cNvGrpSpPr/>
            <p:nvPr/>
          </p:nvGrpSpPr>
          <p:grpSpPr>
            <a:xfrm>
              <a:off x="7168747" y="391398"/>
              <a:ext cx="959691" cy="959691"/>
              <a:chOff x="3840602" y="2559094"/>
              <a:chExt cx="959691" cy="959691"/>
            </a:xfrm>
          </p:grpSpPr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58BA63C6-AA23-4770-A722-56B74888F7A4}"/>
                  </a:ext>
                </a:extLst>
              </p:cNvPr>
              <p:cNvSpPr/>
              <p:nvPr/>
            </p:nvSpPr>
            <p:spPr>
              <a:xfrm>
                <a:off x="3840602" y="2559094"/>
                <a:ext cx="959691" cy="959691"/>
              </a:xfrm>
              <a:prstGeom prst="ellipse">
                <a:avLst/>
              </a:prstGeom>
              <a:solidFill>
                <a:srgbClr val="CA5A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110" name="Google Shape;6562;p64">
                <a:extLst>
                  <a:ext uri="{FF2B5EF4-FFF2-40B4-BE49-F238E27FC236}">
                    <a16:creationId xmlns:a16="http://schemas.microsoft.com/office/drawing/2014/main" id="{97EE9D06-FEF1-4D91-9E28-912C93A7A5F5}"/>
                  </a:ext>
                </a:extLst>
              </p:cNvPr>
              <p:cNvSpPr/>
              <p:nvPr/>
            </p:nvSpPr>
            <p:spPr>
              <a:xfrm>
                <a:off x="4056306" y="2769821"/>
                <a:ext cx="528283" cy="538237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923" y="694"/>
                    </a:moveTo>
                    <a:cubicBezTo>
                      <a:pt x="6490" y="694"/>
                      <a:pt x="6963" y="1166"/>
                      <a:pt x="6963" y="1765"/>
                    </a:cubicBezTo>
                    <a:cubicBezTo>
                      <a:pt x="6963" y="2332"/>
                      <a:pt x="6490" y="2805"/>
                      <a:pt x="5923" y="2805"/>
                    </a:cubicBezTo>
                    <a:cubicBezTo>
                      <a:pt x="5325" y="2805"/>
                      <a:pt x="4852" y="2332"/>
                      <a:pt x="4852" y="1765"/>
                    </a:cubicBezTo>
                    <a:cubicBezTo>
                      <a:pt x="4852" y="1229"/>
                      <a:pt x="5325" y="694"/>
                      <a:pt x="5923" y="694"/>
                    </a:cubicBezTo>
                    <a:close/>
                    <a:moveTo>
                      <a:pt x="2489" y="3466"/>
                    </a:moveTo>
                    <a:cubicBezTo>
                      <a:pt x="2678" y="3466"/>
                      <a:pt x="2836" y="3624"/>
                      <a:pt x="2836" y="3813"/>
                    </a:cubicBezTo>
                    <a:lnTo>
                      <a:pt x="2836" y="4916"/>
                    </a:lnTo>
                    <a:cubicBezTo>
                      <a:pt x="2678" y="4947"/>
                      <a:pt x="2584" y="5042"/>
                      <a:pt x="2458" y="5168"/>
                    </a:cubicBezTo>
                    <a:cubicBezTo>
                      <a:pt x="2363" y="5231"/>
                      <a:pt x="2300" y="5357"/>
                      <a:pt x="2237" y="5420"/>
                    </a:cubicBezTo>
                    <a:cubicBezTo>
                      <a:pt x="2174" y="5357"/>
                      <a:pt x="2143" y="5262"/>
                      <a:pt x="2143" y="5199"/>
                    </a:cubicBezTo>
                    <a:lnTo>
                      <a:pt x="2143" y="3813"/>
                    </a:lnTo>
                    <a:cubicBezTo>
                      <a:pt x="2143" y="3624"/>
                      <a:pt x="2300" y="3466"/>
                      <a:pt x="2489" y="3466"/>
                    </a:cubicBezTo>
                    <a:close/>
                    <a:moveTo>
                      <a:pt x="9326" y="3466"/>
                    </a:moveTo>
                    <a:cubicBezTo>
                      <a:pt x="9546" y="3466"/>
                      <a:pt x="9704" y="3624"/>
                      <a:pt x="9704" y="3813"/>
                    </a:cubicBezTo>
                    <a:lnTo>
                      <a:pt x="9704" y="5199"/>
                    </a:lnTo>
                    <a:cubicBezTo>
                      <a:pt x="9704" y="5262"/>
                      <a:pt x="9641" y="5357"/>
                      <a:pt x="9578" y="5420"/>
                    </a:cubicBezTo>
                    <a:cubicBezTo>
                      <a:pt x="9546" y="5294"/>
                      <a:pt x="9452" y="5231"/>
                      <a:pt x="9389" y="5168"/>
                    </a:cubicBezTo>
                    <a:cubicBezTo>
                      <a:pt x="9263" y="5042"/>
                      <a:pt x="9137" y="4947"/>
                      <a:pt x="8979" y="4916"/>
                    </a:cubicBezTo>
                    <a:lnTo>
                      <a:pt x="8979" y="3813"/>
                    </a:lnTo>
                    <a:cubicBezTo>
                      <a:pt x="9011" y="3624"/>
                      <a:pt x="9168" y="3466"/>
                      <a:pt x="9326" y="3466"/>
                    </a:cubicBezTo>
                    <a:close/>
                    <a:moveTo>
                      <a:pt x="5923" y="3466"/>
                    </a:moveTo>
                    <a:cubicBezTo>
                      <a:pt x="6900" y="3466"/>
                      <a:pt x="7814" y="4096"/>
                      <a:pt x="8160" y="4947"/>
                    </a:cubicBezTo>
                    <a:cubicBezTo>
                      <a:pt x="8066" y="5010"/>
                      <a:pt x="8003" y="5042"/>
                      <a:pt x="7971" y="5105"/>
                    </a:cubicBezTo>
                    <a:lnTo>
                      <a:pt x="6081" y="6963"/>
                    </a:lnTo>
                    <a:cubicBezTo>
                      <a:pt x="6018" y="6995"/>
                      <a:pt x="5955" y="7089"/>
                      <a:pt x="5923" y="7152"/>
                    </a:cubicBezTo>
                    <a:cubicBezTo>
                      <a:pt x="5860" y="7089"/>
                      <a:pt x="5797" y="7026"/>
                      <a:pt x="5766" y="6963"/>
                    </a:cubicBezTo>
                    <a:lnTo>
                      <a:pt x="3876" y="5105"/>
                    </a:lnTo>
                    <a:cubicBezTo>
                      <a:pt x="3781" y="5042"/>
                      <a:pt x="3750" y="5010"/>
                      <a:pt x="3655" y="4947"/>
                    </a:cubicBezTo>
                    <a:cubicBezTo>
                      <a:pt x="4033" y="4096"/>
                      <a:pt x="4915" y="3466"/>
                      <a:pt x="5923" y="3466"/>
                    </a:cubicBezTo>
                    <a:close/>
                    <a:moveTo>
                      <a:pt x="10744" y="2049"/>
                    </a:moveTo>
                    <a:cubicBezTo>
                      <a:pt x="10964" y="2049"/>
                      <a:pt x="11122" y="2206"/>
                      <a:pt x="11122" y="2395"/>
                    </a:cubicBezTo>
                    <a:lnTo>
                      <a:pt x="11122" y="6144"/>
                    </a:lnTo>
                    <a:lnTo>
                      <a:pt x="11059" y="6144"/>
                    </a:lnTo>
                    <a:cubicBezTo>
                      <a:pt x="11059" y="6333"/>
                      <a:pt x="11027" y="6491"/>
                      <a:pt x="10901" y="6648"/>
                    </a:cubicBezTo>
                    <a:lnTo>
                      <a:pt x="9263" y="9421"/>
                    </a:lnTo>
                    <a:cubicBezTo>
                      <a:pt x="9105" y="9673"/>
                      <a:pt x="9011" y="9956"/>
                      <a:pt x="9011" y="10271"/>
                    </a:cubicBezTo>
                    <a:lnTo>
                      <a:pt x="9011" y="10933"/>
                    </a:lnTo>
                    <a:lnTo>
                      <a:pt x="6270" y="10933"/>
                    </a:lnTo>
                    <a:lnTo>
                      <a:pt x="6270" y="8097"/>
                    </a:lnTo>
                    <a:cubicBezTo>
                      <a:pt x="6270" y="7845"/>
                      <a:pt x="6396" y="7593"/>
                      <a:pt x="6585" y="7404"/>
                    </a:cubicBezTo>
                    <a:lnTo>
                      <a:pt x="8475" y="5546"/>
                    </a:lnTo>
                    <a:cubicBezTo>
                      <a:pt x="8538" y="5483"/>
                      <a:pt x="8625" y="5451"/>
                      <a:pt x="8712" y="5451"/>
                    </a:cubicBezTo>
                    <a:cubicBezTo>
                      <a:pt x="8798" y="5451"/>
                      <a:pt x="8885" y="5483"/>
                      <a:pt x="8948" y="5546"/>
                    </a:cubicBezTo>
                    <a:cubicBezTo>
                      <a:pt x="9074" y="5672"/>
                      <a:pt x="9074" y="5892"/>
                      <a:pt x="8948" y="6018"/>
                    </a:cubicBezTo>
                    <a:lnTo>
                      <a:pt x="7751" y="7215"/>
                    </a:lnTo>
                    <a:cubicBezTo>
                      <a:pt x="7656" y="7310"/>
                      <a:pt x="7656" y="7562"/>
                      <a:pt x="7751" y="7656"/>
                    </a:cubicBezTo>
                    <a:cubicBezTo>
                      <a:pt x="7814" y="7719"/>
                      <a:pt x="7908" y="7751"/>
                      <a:pt x="7999" y="7751"/>
                    </a:cubicBezTo>
                    <a:cubicBezTo>
                      <a:pt x="8089" y="7751"/>
                      <a:pt x="8176" y="7719"/>
                      <a:pt x="8223" y="7656"/>
                    </a:cubicBezTo>
                    <a:lnTo>
                      <a:pt x="10082" y="5829"/>
                    </a:lnTo>
                    <a:cubicBezTo>
                      <a:pt x="10271" y="5609"/>
                      <a:pt x="10397" y="5388"/>
                      <a:pt x="10397" y="5105"/>
                    </a:cubicBezTo>
                    <a:lnTo>
                      <a:pt x="10397" y="2395"/>
                    </a:lnTo>
                    <a:cubicBezTo>
                      <a:pt x="10397" y="2206"/>
                      <a:pt x="10555" y="2049"/>
                      <a:pt x="10744" y="2049"/>
                    </a:cubicBezTo>
                    <a:close/>
                    <a:moveTo>
                      <a:pt x="1103" y="2080"/>
                    </a:moveTo>
                    <a:cubicBezTo>
                      <a:pt x="1292" y="2080"/>
                      <a:pt x="1450" y="2238"/>
                      <a:pt x="1450" y="2427"/>
                    </a:cubicBezTo>
                    <a:lnTo>
                      <a:pt x="1450" y="5168"/>
                    </a:lnTo>
                    <a:cubicBezTo>
                      <a:pt x="1450" y="5420"/>
                      <a:pt x="1576" y="5672"/>
                      <a:pt x="1796" y="5861"/>
                    </a:cubicBezTo>
                    <a:lnTo>
                      <a:pt x="3624" y="7719"/>
                    </a:lnTo>
                    <a:cubicBezTo>
                      <a:pt x="3687" y="7782"/>
                      <a:pt x="3781" y="7814"/>
                      <a:pt x="3872" y="7814"/>
                    </a:cubicBezTo>
                    <a:cubicBezTo>
                      <a:pt x="3962" y="7814"/>
                      <a:pt x="4049" y="7782"/>
                      <a:pt x="4096" y="7719"/>
                    </a:cubicBezTo>
                    <a:cubicBezTo>
                      <a:pt x="4222" y="7593"/>
                      <a:pt x="4222" y="7373"/>
                      <a:pt x="4096" y="7247"/>
                    </a:cubicBezTo>
                    <a:lnTo>
                      <a:pt x="2930" y="6050"/>
                    </a:lnTo>
                    <a:cubicBezTo>
                      <a:pt x="2804" y="5955"/>
                      <a:pt x="2804" y="5703"/>
                      <a:pt x="2930" y="5577"/>
                    </a:cubicBezTo>
                    <a:cubicBezTo>
                      <a:pt x="2978" y="5530"/>
                      <a:pt x="3064" y="5506"/>
                      <a:pt x="3155" y="5506"/>
                    </a:cubicBezTo>
                    <a:cubicBezTo>
                      <a:pt x="3245" y="5506"/>
                      <a:pt x="3340" y="5530"/>
                      <a:pt x="3403" y="5577"/>
                    </a:cubicBezTo>
                    <a:lnTo>
                      <a:pt x="5293" y="7436"/>
                    </a:lnTo>
                    <a:cubicBezTo>
                      <a:pt x="5482" y="7625"/>
                      <a:pt x="5608" y="7877"/>
                      <a:pt x="5608" y="8161"/>
                    </a:cubicBezTo>
                    <a:lnTo>
                      <a:pt x="5608" y="10996"/>
                    </a:lnTo>
                    <a:lnTo>
                      <a:pt x="2836" y="10996"/>
                    </a:lnTo>
                    <a:lnTo>
                      <a:pt x="2836" y="10303"/>
                    </a:lnTo>
                    <a:cubicBezTo>
                      <a:pt x="2804" y="10051"/>
                      <a:pt x="2710" y="9736"/>
                      <a:pt x="2552" y="9452"/>
                    </a:cubicBezTo>
                    <a:lnTo>
                      <a:pt x="914" y="6680"/>
                    </a:lnTo>
                    <a:cubicBezTo>
                      <a:pt x="851" y="6522"/>
                      <a:pt x="757" y="6333"/>
                      <a:pt x="757" y="6176"/>
                    </a:cubicBezTo>
                    <a:lnTo>
                      <a:pt x="757" y="2427"/>
                    </a:lnTo>
                    <a:cubicBezTo>
                      <a:pt x="757" y="2238"/>
                      <a:pt x="914" y="2080"/>
                      <a:pt x="1103" y="2080"/>
                    </a:cubicBezTo>
                    <a:close/>
                    <a:moveTo>
                      <a:pt x="5860" y="1"/>
                    </a:moveTo>
                    <a:cubicBezTo>
                      <a:pt x="4915" y="1"/>
                      <a:pt x="4128" y="788"/>
                      <a:pt x="4128" y="1734"/>
                    </a:cubicBezTo>
                    <a:cubicBezTo>
                      <a:pt x="4128" y="2206"/>
                      <a:pt x="4348" y="2647"/>
                      <a:pt x="4695" y="2994"/>
                    </a:cubicBezTo>
                    <a:cubicBezTo>
                      <a:pt x="4411" y="3120"/>
                      <a:pt x="4191" y="3214"/>
                      <a:pt x="3939" y="3435"/>
                    </a:cubicBezTo>
                    <a:cubicBezTo>
                      <a:pt x="3750" y="3592"/>
                      <a:pt x="3592" y="3750"/>
                      <a:pt x="3435" y="3939"/>
                    </a:cubicBezTo>
                    <a:lnTo>
                      <a:pt x="3435" y="3813"/>
                    </a:lnTo>
                    <a:cubicBezTo>
                      <a:pt x="3435" y="3246"/>
                      <a:pt x="2962" y="2805"/>
                      <a:pt x="2395" y="2805"/>
                    </a:cubicBezTo>
                    <a:cubicBezTo>
                      <a:pt x="2300" y="2805"/>
                      <a:pt x="2174" y="2836"/>
                      <a:pt x="2048" y="2836"/>
                    </a:cubicBezTo>
                    <a:lnTo>
                      <a:pt x="2048" y="2427"/>
                    </a:lnTo>
                    <a:cubicBezTo>
                      <a:pt x="2048" y="1891"/>
                      <a:pt x="1576" y="1418"/>
                      <a:pt x="1040" y="1418"/>
                    </a:cubicBezTo>
                    <a:cubicBezTo>
                      <a:pt x="473" y="1418"/>
                      <a:pt x="0" y="1891"/>
                      <a:pt x="0" y="2427"/>
                    </a:cubicBezTo>
                    <a:lnTo>
                      <a:pt x="0" y="6176"/>
                    </a:lnTo>
                    <a:cubicBezTo>
                      <a:pt x="0" y="6491"/>
                      <a:pt x="95" y="6806"/>
                      <a:pt x="253" y="7026"/>
                    </a:cubicBezTo>
                    <a:lnTo>
                      <a:pt x="1891" y="9799"/>
                    </a:lnTo>
                    <a:cubicBezTo>
                      <a:pt x="1985" y="9956"/>
                      <a:pt x="2048" y="10145"/>
                      <a:pt x="2048" y="10303"/>
                    </a:cubicBezTo>
                    <a:lnTo>
                      <a:pt x="2048" y="11342"/>
                    </a:lnTo>
                    <a:cubicBezTo>
                      <a:pt x="2048" y="11532"/>
                      <a:pt x="2206" y="11689"/>
                      <a:pt x="2395" y="11689"/>
                    </a:cubicBezTo>
                    <a:lnTo>
                      <a:pt x="9294" y="11689"/>
                    </a:lnTo>
                    <a:cubicBezTo>
                      <a:pt x="9483" y="11689"/>
                      <a:pt x="9641" y="11532"/>
                      <a:pt x="9641" y="11342"/>
                    </a:cubicBezTo>
                    <a:lnTo>
                      <a:pt x="9641" y="10303"/>
                    </a:lnTo>
                    <a:cubicBezTo>
                      <a:pt x="9641" y="10114"/>
                      <a:pt x="9704" y="9956"/>
                      <a:pt x="9799" y="9799"/>
                    </a:cubicBezTo>
                    <a:lnTo>
                      <a:pt x="11468" y="7026"/>
                    </a:lnTo>
                    <a:cubicBezTo>
                      <a:pt x="11626" y="6774"/>
                      <a:pt x="11689" y="6491"/>
                      <a:pt x="11689" y="6176"/>
                    </a:cubicBezTo>
                    <a:lnTo>
                      <a:pt x="11689" y="2427"/>
                    </a:lnTo>
                    <a:cubicBezTo>
                      <a:pt x="11752" y="1891"/>
                      <a:pt x="11279" y="1418"/>
                      <a:pt x="10712" y="1418"/>
                    </a:cubicBezTo>
                    <a:cubicBezTo>
                      <a:pt x="10177" y="1418"/>
                      <a:pt x="9704" y="1891"/>
                      <a:pt x="9704" y="2427"/>
                    </a:cubicBezTo>
                    <a:lnTo>
                      <a:pt x="9704" y="2836"/>
                    </a:lnTo>
                    <a:cubicBezTo>
                      <a:pt x="9578" y="2805"/>
                      <a:pt x="9452" y="2805"/>
                      <a:pt x="9326" y="2805"/>
                    </a:cubicBezTo>
                    <a:cubicBezTo>
                      <a:pt x="8790" y="2805"/>
                      <a:pt x="8318" y="3246"/>
                      <a:pt x="8318" y="3813"/>
                    </a:cubicBezTo>
                    <a:lnTo>
                      <a:pt x="8318" y="3939"/>
                    </a:lnTo>
                    <a:cubicBezTo>
                      <a:pt x="8160" y="3750"/>
                      <a:pt x="8003" y="3592"/>
                      <a:pt x="7814" y="3435"/>
                    </a:cubicBezTo>
                    <a:cubicBezTo>
                      <a:pt x="7562" y="3246"/>
                      <a:pt x="7341" y="3088"/>
                      <a:pt x="7058" y="2994"/>
                    </a:cubicBezTo>
                    <a:cubicBezTo>
                      <a:pt x="7404" y="2647"/>
                      <a:pt x="7593" y="2206"/>
                      <a:pt x="7593" y="1734"/>
                    </a:cubicBezTo>
                    <a:cubicBezTo>
                      <a:pt x="7593" y="788"/>
                      <a:pt x="6806" y="1"/>
                      <a:pt x="586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100"/>
              </a:p>
            </p:txBody>
          </p:sp>
        </p:grpSp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7EECBBC9-AAA5-4B93-A34A-506FA1FBE51D}"/>
                </a:ext>
              </a:extLst>
            </p:cNvPr>
            <p:cNvSpPr txBox="1"/>
            <p:nvPr/>
          </p:nvSpPr>
          <p:spPr>
            <a:xfrm>
              <a:off x="3640777" y="1451111"/>
              <a:ext cx="1510659" cy="340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7030A0"/>
                  </a:solidFill>
                  <a:latin typeface="Raleway" pitchFamily="2" charset="0"/>
                </a:rPr>
                <a:t>PRODUCTION</a:t>
              </a:r>
            </a:p>
          </p:txBody>
        </p: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334919DF-1512-407F-8D6D-AC4118F5CB24}"/>
                </a:ext>
              </a:extLst>
            </p:cNvPr>
            <p:cNvSpPr txBox="1"/>
            <p:nvPr/>
          </p:nvSpPr>
          <p:spPr>
            <a:xfrm>
              <a:off x="5222312" y="1451111"/>
              <a:ext cx="1510659" cy="340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B02091"/>
                  </a:solidFill>
                  <a:latin typeface="Raleway" pitchFamily="2" charset="0"/>
                </a:rPr>
                <a:t>DIFFUSION</a:t>
              </a:r>
            </a:p>
          </p:txBody>
        </p:sp>
        <p:sp>
          <p:nvSpPr>
            <p:cNvPr id="113" name="ZoneTexte 112">
              <a:extLst>
                <a:ext uri="{FF2B5EF4-FFF2-40B4-BE49-F238E27FC236}">
                  <a16:creationId xmlns:a16="http://schemas.microsoft.com/office/drawing/2014/main" id="{A587DE8E-7220-4F28-8FB3-3A72C8A80A16}"/>
                </a:ext>
              </a:extLst>
            </p:cNvPr>
            <p:cNvSpPr txBox="1"/>
            <p:nvPr/>
          </p:nvSpPr>
          <p:spPr>
            <a:xfrm>
              <a:off x="6932945" y="1451111"/>
              <a:ext cx="1510659" cy="340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CA5A38"/>
                  </a:solidFill>
                  <a:latin typeface="Raleway" pitchFamily="2" charset="0"/>
                </a:rPr>
                <a:t>ADOPTION</a:t>
              </a:r>
            </a:p>
          </p:txBody>
        </p:sp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3C39288C-93E8-4D36-975E-28167DD497AD}"/>
                </a:ext>
              </a:extLst>
            </p:cNvPr>
            <p:cNvGrpSpPr/>
            <p:nvPr/>
          </p:nvGrpSpPr>
          <p:grpSpPr>
            <a:xfrm>
              <a:off x="2155899" y="384967"/>
              <a:ext cx="959691" cy="959691"/>
              <a:chOff x="2309345" y="4667671"/>
              <a:chExt cx="959691" cy="959691"/>
            </a:xfrm>
          </p:grpSpPr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025A4110-C666-4591-8506-A73B34BA2B79}"/>
                  </a:ext>
                </a:extLst>
              </p:cNvPr>
              <p:cNvSpPr/>
              <p:nvPr/>
            </p:nvSpPr>
            <p:spPr>
              <a:xfrm>
                <a:off x="2309345" y="4667671"/>
                <a:ext cx="959691" cy="959691"/>
              </a:xfrm>
              <a:prstGeom prst="ellipse">
                <a:avLst/>
              </a:prstGeom>
              <a:solidFill>
                <a:srgbClr val="471A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u="sng"/>
              </a:p>
            </p:txBody>
          </p:sp>
          <p:grpSp>
            <p:nvGrpSpPr>
              <p:cNvPr id="116" name="Google Shape;6643;p64">
                <a:extLst>
                  <a:ext uri="{FF2B5EF4-FFF2-40B4-BE49-F238E27FC236}">
                    <a16:creationId xmlns:a16="http://schemas.microsoft.com/office/drawing/2014/main" id="{515195BE-B1CD-404B-9137-7B9D6775EB28}"/>
                  </a:ext>
                </a:extLst>
              </p:cNvPr>
              <p:cNvGrpSpPr/>
              <p:nvPr/>
            </p:nvGrpSpPr>
            <p:grpSpPr>
              <a:xfrm>
                <a:off x="2594536" y="4896589"/>
                <a:ext cx="508577" cy="501855"/>
                <a:chOff x="-34418125" y="2271100"/>
                <a:chExt cx="296950" cy="293025"/>
              </a:xfrm>
              <a:solidFill>
                <a:schemeClr val="bg1"/>
              </a:solidFill>
            </p:grpSpPr>
            <p:sp>
              <p:nvSpPr>
                <p:cNvPr id="117" name="Google Shape;6644;p64">
                  <a:extLst>
                    <a:ext uri="{FF2B5EF4-FFF2-40B4-BE49-F238E27FC236}">
                      <a16:creationId xmlns:a16="http://schemas.microsoft.com/office/drawing/2014/main" id="{28F627A4-0112-4DD8-9CDC-709CF0B963BC}"/>
                    </a:ext>
                  </a:extLst>
                </p:cNvPr>
                <p:cNvSpPr/>
                <p:nvPr/>
              </p:nvSpPr>
              <p:spPr>
                <a:xfrm>
                  <a:off x="-34418125" y="2271100"/>
                  <a:ext cx="2969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721" extrusionOk="0">
                      <a:moveTo>
                        <a:pt x="6207" y="1229"/>
                      </a:moveTo>
                      <a:lnTo>
                        <a:pt x="7089" y="2080"/>
                      </a:lnTo>
                      <a:lnTo>
                        <a:pt x="6207" y="2080"/>
                      </a:lnTo>
                      <a:lnTo>
                        <a:pt x="6207" y="1229"/>
                      </a:lnTo>
                      <a:close/>
                      <a:moveTo>
                        <a:pt x="7561" y="9074"/>
                      </a:moveTo>
                      <a:lnTo>
                        <a:pt x="7561" y="10366"/>
                      </a:lnTo>
                      <a:lnTo>
                        <a:pt x="6238" y="10366"/>
                      </a:lnTo>
                      <a:lnTo>
                        <a:pt x="7561" y="9074"/>
                      </a:lnTo>
                      <a:close/>
                      <a:moveTo>
                        <a:pt x="5514" y="725"/>
                      </a:moveTo>
                      <a:lnTo>
                        <a:pt x="5514" y="2427"/>
                      </a:lnTo>
                      <a:cubicBezTo>
                        <a:pt x="5514" y="2616"/>
                        <a:pt x="5671" y="2773"/>
                        <a:pt x="5860" y="2773"/>
                      </a:cubicBezTo>
                      <a:lnTo>
                        <a:pt x="7561" y="2773"/>
                      </a:lnTo>
                      <a:lnTo>
                        <a:pt x="7561" y="4222"/>
                      </a:lnTo>
                      <a:cubicBezTo>
                        <a:pt x="6837" y="4947"/>
                        <a:pt x="6742" y="5924"/>
                        <a:pt x="6994" y="6711"/>
                      </a:cubicBezTo>
                      <a:lnTo>
                        <a:pt x="4726" y="8980"/>
                      </a:lnTo>
                      <a:lnTo>
                        <a:pt x="1670" y="8980"/>
                      </a:lnTo>
                      <a:cubicBezTo>
                        <a:pt x="1481" y="8980"/>
                        <a:pt x="1323" y="9137"/>
                        <a:pt x="1323" y="9358"/>
                      </a:cubicBezTo>
                      <a:cubicBezTo>
                        <a:pt x="1323" y="9547"/>
                        <a:pt x="1481" y="9704"/>
                        <a:pt x="1670" y="9704"/>
                      </a:cubicBezTo>
                      <a:lnTo>
                        <a:pt x="4033" y="9704"/>
                      </a:lnTo>
                      <a:lnTo>
                        <a:pt x="3718" y="10019"/>
                      </a:lnTo>
                      <a:cubicBezTo>
                        <a:pt x="3623" y="10145"/>
                        <a:pt x="3529" y="10240"/>
                        <a:pt x="3497" y="10397"/>
                      </a:cubicBezTo>
                      <a:lnTo>
                        <a:pt x="662" y="10397"/>
                      </a:lnTo>
                      <a:lnTo>
                        <a:pt x="662" y="725"/>
                      </a:lnTo>
                      <a:close/>
                      <a:moveTo>
                        <a:pt x="9295" y="4211"/>
                      </a:moveTo>
                      <a:cubicBezTo>
                        <a:pt x="9367" y="4211"/>
                        <a:pt x="9441" y="4215"/>
                        <a:pt x="9515" y="4222"/>
                      </a:cubicBezTo>
                      <a:lnTo>
                        <a:pt x="9042" y="4695"/>
                      </a:lnTo>
                      <a:cubicBezTo>
                        <a:pt x="8664" y="5073"/>
                        <a:pt x="8664" y="5766"/>
                        <a:pt x="9042" y="6144"/>
                      </a:cubicBezTo>
                      <a:cubicBezTo>
                        <a:pt x="9247" y="6349"/>
                        <a:pt x="9515" y="6451"/>
                        <a:pt x="9779" y="6451"/>
                      </a:cubicBezTo>
                      <a:cubicBezTo>
                        <a:pt x="10042" y="6451"/>
                        <a:pt x="10302" y="6349"/>
                        <a:pt x="10491" y="6144"/>
                      </a:cubicBezTo>
                      <a:lnTo>
                        <a:pt x="10964" y="5672"/>
                      </a:lnTo>
                      <a:lnTo>
                        <a:pt x="10964" y="5672"/>
                      </a:lnTo>
                      <a:cubicBezTo>
                        <a:pt x="11058" y="6239"/>
                        <a:pt x="10869" y="6743"/>
                        <a:pt x="10491" y="7089"/>
                      </a:cubicBezTo>
                      <a:cubicBezTo>
                        <a:pt x="10183" y="7418"/>
                        <a:pt x="9741" y="7626"/>
                        <a:pt x="9278" y="7626"/>
                      </a:cubicBezTo>
                      <a:cubicBezTo>
                        <a:pt x="9031" y="7626"/>
                        <a:pt x="8779" y="7567"/>
                        <a:pt x="8538" y="7436"/>
                      </a:cubicBezTo>
                      <a:cubicBezTo>
                        <a:pt x="8496" y="7415"/>
                        <a:pt x="8451" y="7404"/>
                        <a:pt x="8404" y="7404"/>
                      </a:cubicBezTo>
                      <a:cubicBezTo>
                        <a:pt x="8311" y="7404"/>
                        <a:pt x="8213" y="7446"/>
                        <a:pt x="8129" y="7530"/>
                      </a:cubicBezTo>
                      <a:lnTo>
                        <a:pt x="4726" y="10964"/>
                      </a:lnTo>
                      <a:cubicBezTo>
                        <a:pt x="4663" y="11012"/>
                        <a:pt x="4568" y="11035"/>
                        <a:pt x="4478" y="11035"/>
                      </a:cubicBezTo>
                      <a:cubicBezTo>
                        <a:pt x="4387" y="11035"/>
                        <a:pt x="4301" y="11012"/>
                        <a:pt x="4253" y="10964"/>
                      </a:cubicBezTo>
                      <a:cubicBezTo>
                        <a:pt x="4127" y="10838"/>
                        <a:pt x="4127" y="10586"/>
                        <a:pt x="4253" y="10492"/>
                      </a:cubicBezTo>
                      <a:lnTo>
                        <a:pt x="7656" y="7058"/>
                      </a:lnTo>
                      <a:cubicBezTo>
                        <a:pt x="7782" y="6932"/>
                        <a:pt x="7782" y="6774"/>
                        <a:pt x="7750" y="6648"/>
                      </a:cubicBezTo>
                      <a:cubicBezTo>
                        <a:pt x="7467" y="6113"/>
                        <a:pt x="7498" y="5356"/>
                        <a:pt x="7971" y="4821"/>
                      </a:cubicBezTo>
                      <a:cubicBezTo>
                        <a:pt x="8330" y="4407"/>
                        <a:pt x="8785" y="4211"/>
                        <a:pt x="9295" y="4211"/>
                      </a:cubicBezTo>
                      <a:close/>
                      <a:moveTo>
                        <a:pt x="378" y="1"/>
                      </a:moveTo>
                      <a:cubicBezTo>
                        <a:pt x="189" y="1"/>
                        <a:pt x="32" y="158"/>
                        <a:pt x="32" y="347"/>
                      </a:cubicBezTo>
                      <a:lnTo>
                        <a:pt x="32" y="10681"/>
                      </a:lnTo>
                      <a:cubicBezTo>
                        <a:pt x="0" y="10870"/>
                        <a:pt x="158" y="11027"/>
                        <a:pt x="347" y="11027"/>
                      </a:cubicBezTo>
                      <a:lnTo>
                        <a:pt x="3529" y="11027"/>
                      </a:lnTo>
                      <a:cubicBezTo>
                        <a:pt x="3560" y="11185"/>
                        <a:pt x="3655" y="11311"/>
                        <a:pt x="3781" y="11437"/>
                      </a:cubicBezTo>
                      <a:cubicBezTo>
                        <a:pt x="3970" y="11626"/>
                        <a:pt x="4230" y="11720"/>
                        <a:pt x="4494" y="11720"/>
                      </a:cubicBezTo>
                      <a:cubicBezTo>
                        <a:pt x="4758" y="11720"/>
                        <a:pt x="5025" y="11626"/>
                        <a:pt x="5230" y="11437"/>
                      </a:cubicBezTo>
                      <a:lnTo>
                        <a:pt x="5608" y="11027"/>
                      </a:lnTo>
                      <a:lnTo>
                        <a:pt x="7940" y="11027"/>
                      </a:lnTo>
                      <a:cubicBezTo>
                        <a:pt x="8129" y="11027"/>
                        <a:pt x="8286" y="10870"/>
                        <a:pt x="8286" y="10681"/>
                      </a:cubicBezTo>
                      <a:lnTo>
                        <a:pt x="8286" y="8349"/>
                      </a:lnTo>
                      <a:lnTo>
                        <a:pt x="8538" y="8129"/>
                      </a:lnTo>
                      <a:cubicBezTo>
                        <a:pt x="8792" y="8220"/>
                        <a:pt x="9065" y="8269"/>
                        <a:pt x="9344" y="8269"/>
                      </a:cubicBezTo>
                      <a:cubicBezTo>
                        <a:pt x="9929" y="8269"/>
                        <a:pt x="10536" y="8053"/>
                        <a:pt x="11027" y="7562"/>
                      </a:cubicBezTo>
                      <a:cubicBezTo>
                        <a:pt x="11752" y="6806"/>
                        <a:pt x="11878" y="5735"/>
                        <a:pt x="11500" y="4852"/>
                      </a:cubicBezTo>
                      <a:cubicBezTo>
                        <a:pt x="11437" y="4726"/>
                        <a:pt x="11342" y="4695"/>
                        <a:pt x="11248" y="4663"/>
                      </a:cubicBezTo>
                      <a:cubicBezTo>
                        <a:pt x="11122" y="4663"/>
                        <a:pt x="11027" y="4663"/>
                        <a:pt x="10932" y="4726"/>
                      </a:cubicBezTo>
                      <a:lnTo>
                        <a:pt x="10082" y="5609"/>
                      </a:lnTo>
                      <a:cubicBezTo>
                        <a:pt x="10019" y="5656"/>
                        <a:pt x="9924" y="5679"/>
                        <a:pt x="9834" y="5679"/>
                      </a:cubicBezTo>
                      <a:cubicBezTo>
                        <a:pt x="9743" y="5679"/>
                        <a:pt x="9657" y="5656"/>
                        <a:pt x="9609" y="5609"/>
                      </a:cubicBezTo>
                      <a:cubicBezTo>
                        <a:pt x="9483" y="5483"/>
                        <a:pt x="9483" y="5230"/>
                        <a:pt x="9609" y="5136"/>
                      </a:cubicBezTo>
                      <a:lnTo>
                        <a:pt x="10460" y="4254"/>
                      </a:lnTo>
                      <a:cubicBezTo>
                        <a:pt x="10554" y="4191"/>
                        <a:pt x="10586" y="4065"/>
                        <a:pt x="10554" y="3939"/>
                      </a:cubicBezTo>
                      <a:cubicBezTo>
                        <a:pt x="10554" y="3813"/>
                        <a:pt x="10460" y="3750"/>
                        <a:pt x="10334" y="3718"/>
                      </a:cubicBezTo>
                      <a:cubicBezTo>
                        <a:pt x="10003" y="3561"/>
                        <a:pt x="9649" y="3482"/>
                        <a:pt x="9298" y="3482"/>
                      </a:cubicBezTo>
                      <a:cubicBezTo>
                        <a:pt x="8948" y="3482"/>
                        <a:pt x="8601" y="3561"/>
                        <a:pt x="8286" y="3718"/>
                      </a:cubicBezTo>
                      <a:lnTo>
                        <a:pt x="8286" y="2395"/>
                      </a:lnTo>
                      <a:cubicBezTo>
                        <a:pt x="8286" y="2332"/>
                        <a:pt x="8255" y="2206"/>
                        <a:pt x="8192" y="2175"/>
                      </a:cubicBezTo>
                      <a:lnTo>
                        <a:pt x="6144" y="127"/>
                      </a:lnTo>
                      <a:cubicBezTo>
                        <a:pt x="6049" y="64"/>
                        <a:pt x="5986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18" name="Google Shape;6645;p64">
                  <a:extLst>
                    <a:ext uri="{FF2B5EF4-FFF2-40B4-BE49-F238E27FC236}">
                      <a16:creationId xmlns:a16="http://schemas.microsoft.com/office/drawing/2014/main" id="{01428168-C359-42E8-88AB-540D75CD2C19}"/>
                    </a:ext>
                  </a:extLst>
                </p:cNvPr>
                <p:cNvSpPr/>
                <p:nvPr/>
              </p:nvSpPr>
              <p:spPr>
                <a:xfrm>
                  <a:off x="-34331500" y="23057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36" y="725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19" name="Google Shape;6646;p64">
                  <a:extLst>
                    <a:ext uri="{FF2B5EF4-FFF2-40B4-BE49-F238E27FC236}">
                      <a16:creationId xmlns:a16="http://schemas.microsoft.com/office/drawing/2014/main" id="{86543051-F3A4-4A30-A527-DEBEC0751E57}"/>
                    </a:ext>
                  </a:extLst>
                </p:cNvPr>
                <p:cNvSpPr/>
                <p:nvPr/>
              </p:nvSpPr>
              <p:spPr>
                <a:xfrm>
                  <a:off x="-34331500" y="2341200"/>
                  <a:ext cx="173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77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395"/>
                      </a:lnTo>
                      <a:cubicBezTo>
                        <a:pt x="1" y="2584"/>
                        <a:pt x="158" y="2773"/>
                        <a:pt x="347" y="2773"/>
                      </a:cubicBezTo>
                      <a:cubicBezTo>
                        <a:pt x="536" y="2773"/>
                        <a:pt x="694" y="2584"/>
                        <a:pt x="694" y="2395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20" name="Google Shape;6647;p64">
                  <a:extLst>
                    <a:ext uri="{FF2B5EF4-FFF2-40B4-BE49-F238E27FC236}">
                      <a16:creationId xmlns:a16="http://schemas.microsoft.com/office/drawing/2014/main" id="{82703F3A-E1D3-4DF0-99CB-62E1A9933385}"/>
                    </a:ext>
                  </a:extLst>
                </p:cNvPr>
                <p:cNvSpPr/>
                <p:nvPr/>
              </p:nvSpPr>
              <p:spPr>
                <a:xfrm>
                  <a:off x="-34384275" y="2427050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3" y="536"/>
                        <a:pt x="4853" y="347"/>
                      </a:cubicBezTo>
                      <a:cubicBezTo>
                        <a:pt x="4853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  <p:sp>
              <p:nvSpPr>
                <p:cNvPr id="121" name="Google Shape;6648;p64">
                  <a:extLst>
                    <a:ext uri="{FF2B5EF4-FFF2-40B4-BE49-F238E27FC236}">
                      <a16:creationId xmlns:a16="http://schemas.microsoft.com/office/drawing/2014/main" id="{9E520DD9-B591-4CCE-B771-CDB540CF8149}"/>
                    </a:ext>
                  </a:extLst>
                </p:cNvPr>
                <p:cNvSpPr/>
                <p:nvPr/>
              </p:nvSpPr>
              <p:spPr>
                <a:xfrm>
                  <a:off x="-34384275" y="2460125"/>
                  <a:ext cx="882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99"/>
                        <a:pt x="158" y="725"/>
                        <a:pt x="379" y="725"/>
                      </a:cubicBezTo>
                      <a:lnTo>
                        <a:pt x="3151" y="725"/>
                      </a:lnTo>
                      <a:cubicBezTo>
                        <a:pt x="3372" y="725"/>
                        <a:pt x="3530" y="568"/>
                        <a:pt x="3530" y="379"/>
                      </a:cubicBezTo>
                      <a:cubicBezTo>
                        <a:pt x="3530" y="158"/>
                        <a:pt x="3372" y="1"/>
                        <a:pt x="31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100"/>
                </a:p>
              </p:txBody>
            </p:sp>
          </p:grpSp>
        </p:grpSp>
        <p:sp>
          <p:nvSpPr>
            <p:cNvPr id="122" name="ZoneTexte 121">
              <a:extLst>
                <a:ext uri="{FF2B5EF4-FFF2-40B4-BE49-F238E27FC236}">
                  <a16:creationId xmlns:a16="http://schemas.microsoft.com/office/drawing/2014/main" id="{E4677655-7FB1-4378-9D96-28B67CF6D91A}"/>
                </a:ext>
              </a:extLst>
            </p:cNvPr>
            <p:cNvSpPr txBox="1"/>
            <p:nvPr/>
          </p:nvSpPr>
          <p:spPr>
            <a:xfrm>
              <a:off x="1940048" y="1451111"/>
              <a:ext cx="1510659" cy="340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800" b="1" kern="1200" dirty="0">
                  <a:solidFill>
                    <a:srgbClr val="471AB6"/>
                  </a:solidFill>
                  <a:latin typeface="Raleway" pitchFamily="2" charset="0"/>
                </a:rPr>
                <a:t>DESIGN</a:t>
              </a:r>
            </a:p>
          </p:txBody>
        </p:sp>
      </p:grp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37535CA3-0D33-42DF-A8A0-2850D95818A0}"/>
              </a:ext>
            </a:extLst>
          </p:cNvPr>
          <p:cNvCxnSpPr>
            <a:stCxn id="127" idx="1"/>
            <a:endCxn id="127" idx="5"/>
          </p:cNvCxnSpPr>
          <p:nvPr/>
        </p:nvCxnSpPr>
        <p:spPr>
          <a:xfrm>
            <a:off x="4242763" y="4268650"/>
            <a:ext cx="1702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ZoneTexte 130">
            <a:extLst>
              <a:ext uri="{FF2B5EF4-FFF2-40B4-BE49-F238E27FC236}">
                <a16:creationId xmlns:a16="http://schemas.microsoft.com/office/drawing/2014/main" id="{425A60D7-46C2-4262-8AC3-4CDA44ECFBD3}"/>
              </a:ext>
            </a:extLst>
          </p:cNvPr>
          <p:cNvSpPr txBox="1"/>
          <p:nvPr/>
        </p:nvSpPr>
        <p:spPr>
          <a:xfrm>
            <a:off x="7089915" y="3542661"/>
            <a:ext cx="4407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Marché, concurrents, protection, brevets, secret, stratégie de diffusion / publication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0985B0E3-36FD-4D4C-8F0F-9CBD4E56F011}"/>
              </a:ext>
            </a:extLst>
          </p:cNvPr>
          <p:cNvSpPr txBox="1"/>
          <p:nvPr/>
        </p:nvSpPr>
        <p:spPr>
          <a:xfrm>
            <a:off x="7072400" y="5106147"/>
            <a:ext cx="40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Financements, partenaires ou collaborations de recherche, infrastructures, sponsors et soutien scientifique 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6E4F72E9-FD05-45C8-B155-B3266650C17C}"/>
              </a:ext>
            </a:extLst>
          </p:cNvPr>
          <p:cNvSpPr txBox="1"/>
          <p:nvPr/>
        </p:nvSpPr>
        <p:spPr>
          <a:xfrm>
            <a:off x="7145728" y="1090778"/>
            <a:ext cx="452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Preuve de concept, associés, clients, production, communication, marketing, levée de fonds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14DA1EFA-356D-4823-A43B-C309568E492F}"/>
              </a:ext>
            </a:extLst>
          </p:cNvPr>
          <p:cNvSpPr txBox="1"/>
          <p:nvPr/>
        </p:nvSpPr>
        <p:spPr>
          <a:xfrm>
            <a:off x="7072400" y="3292112"/>
            <a:ext cx="4407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B02091"/>
                </a:solidFill>
              </a:rPr>
              <a:t>Nouveauté, caractère inventif, </a:t>
            </a:r>
            <a:r>
              <a:rPr lang="fr-FR" sz="1200" b="1" dirty="0" err="1">
                <a:solidFill>
                  <a:srgbClr val="B02091"/>
                </a:solidFill>
              </a:rPr>
              <a:t>escalabilité</a:t>
            </a:r>
            <a:r>
              <a:rPr lang="fr-FR" sz="1200" b="1" dirty="0">
                <a:solidFill>
                  <a:srgbClr val="B02091"/>
                </a:solidFill>
              </a:rPr>
              <a:t>- production industrielle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A44944A8-540D-4364-BD78-9B8AADC944BE}"/>
              </a:ext>
            </a:extLst>
          </p:cNvPr>
          <p:cNvSpPr txBox="1"/>
          <p:nvPr/>
        </p:nvSpPr>
        <p:spPr>
          <a:xfrm>
            <a:off x="218763" y="5225926"/>
            <a:ext cx="1019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B02091"/>
                </a:solidFill>
              </a:rPr>
              <a:t>Raison d’être</a:t>
            </a:r>
          </a:p>
          <a:p>
            <a:r>
              <a:rPr lang="fr-FR" sz="1200" b="1" dirty="0">
                <a:solidFill>
                  <a:srgbClr val="B02091"/>
                </a:solidFill>
              </a:rPr>
              <a:t>Pourquoi?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B15FEB0D-FF91-4E2D-A389-7BB77CE7EB0E}"/>
              </a:ext>
            </a:extLst>
          </p:cNvPr>
          <p:cNvSpPr txBox="1"/>
          <p:nvPr/>
        </p:nvSpPr>
        <p:spPr>
          <a:xfrm>
            <a:off x="233759" y="3029363"/>
            <a:ext cx="831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>
                <a:solidFill>
                  <a:srgbClr val="B02091"/>
                </a:solidFill>
              </a:rPr>
              <a:t>Knowhow</a:t>
            </a:r>
            <a:endParaRPr lang="fr-FR" sz="1200" b="1" dirty="0">
              <a:solidFill>
                <a:srgbClr val="B02091"/>
              </a:solidFill>
            </a:endParaRPr>
          </a:p>
          <a:p>
            <a:r>
              <a:rPr lang="fr-FR" sz="1200" b="1" dirty="0">
                <a:solidFill>
                  <a:srgbClr val="B02091"/>
                </a:solidFill>
              </a:rPr>
              <a:t>Quoi?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781134BC-8302-438A-801D-FFD660A58957}"/>
              </a:ext>
            </a:extLst>
          </p:cNvPr>
          <p:cNvSpPr txBox="1"/>
          <p:nvPr/>
        </p:nvSpPr>
        <p:spPr>
          <a:xfrm>
            <a:off x="233759" y="1170409"/>
            <a:ext cx="1918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B02091"/>
                </a:solidFill>
              </a:rPr>
              <a:t>Modalité de mise au public</a:t>
            </a:r>
          </a:p>
          <a:p>
            <a:r>
              <a:rPr lang="fr-FR" sz="1200" b="1" dirty="0">
                <a:solidFill>
                  <a:srgbClr val="B02091"/>
                </a:solidFill>
              </a:rPr>
              <a:t>Comment?</a:t>
            </a:r>
          </a:p>
        </p:txBody>
      </p:sp>
    </p:spTree>
    <p:extLst>
      <p:ext uri="{BB962C8B-B14F-4D97-AF65-F5344CB8AC3E}">
        <p14:creationId xmlns:p14="http://schemas.microsoft.com/office/powerpoint/2010/main" val="401718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85D94E4-E987-407A-B73A-C17A6FBDD657}"/>
              </a:ext>
            </a:extLst>
          </p:cNvPr>
          <p:cNvGrpSpPr/>
          <p:nvPr/>
        </p:nvGrpSpPr>
        <p:grpSpPr>
          <a:xfrm>
            <a:off x="4674638" y="3429000"/>
            <a:ext cx="1692816" cy="3253392"/>
            <a:chOff x="3391463" y="512111"/>
            <a:chExt cx="3405198" cy="5885697"/>
          </a:xfrm>
        </p:grpSpPr>
        <p:sp>
          <p:nvSpPr>
            <p:cNvPr id="2" name="Triangle isocèle 1">
              <a:extLst>
                <a:ext uri="{FF2B5EF4-FFF2-40B4-BE49-F238E27FC236}">
                  <a16:creationId xmlns:a16="http://schemas.microsoft.com/office/drawing/2014/main" id="{38C8CB80-609E-4C2B-9495-05739F0B36F5}"/>
                </a:ext>
              </a:extLst>
            </p:cNvPr>
            <p:cNvSpPr/>
            <p:nvPr/>
          </p:nvSpPr>
          <p:spPr>
            <a:xfrm>
              <a:off x="3391463" y="512111"/>
              <a:ext cx="3405198" cy="1627380"/>
            </a:xfrm>
            <a:prstGeom prst="triangle">
              <a:avLst/>
            </a:prstGeom>
            <a:solidFill>
              <a:srgbClr val="E9E7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riangle isocèle 2">
              <a:extLst>
                <a:ext uri="{FF2B5EF4-FFF2-40B4-BE49-F238E27FC236}">
                  <a16:creationId xmlns:a16="http://schemas.microsoft.com/office/drawing/2014/main" id="{F0360921-07C4-4301-ADFA-EFFD2819A320}"/>
                </a:ext>
              </a:extLst>
            </p:cNvPr>
            <p:cNvSpPr/>
            <p:nvPr/>
          </p:nvSpPr>
          <p:spPr>
            <a:xfrm>
              <a:off x="3391464" y="2139491"/>
              <a:ext cx="3405197" cy="4258317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5672286A-55DA-42BB-B4CB-B7C9B68E15F4}"/>
              </a:ext>
            </a:extLst>
          </p:cNvPr>
          <p:cNvGrpSpPr/>
          <p:nvPr/>
        </p:nvGrpSpPr>
        <p:grpSpPr>
          <a:xfrm rot="5400000">
            <a:off x="3047942" y="1802304"/>
            <a:ext cx="1692816" cy="3253392"/>
            <a:chOff x="3391463" y="512111"/>
            <a:chExt cx="3405198" cy="5885697"/>
          </a:xfrm>
        </p:grpSpPr>
        <p:sp>
          <p:nvSpPr>
            <p:cNvPr id="6" name="Triangle isocèle 5">
              <a:extLst>
                <a:ext uri="{FF2B5EF4-FFF2-40B4-BE49-F238E27FC236}">
                  <a16:creationId xmlns:a16="http://schemas.microsoft.com/office/drawing/2014/main" id="{3E5125D2-231F-4121-8F54-BAE4BCE827BA}"/>
                </a:ext>
              </a:extLst>
            </p:cNvPr>
            <p:cNvSpPr/>
            <p:nvPr/>
          </p:nvSpPr>
          <p:spPr>
            <a:xfrm>
              <a:off x="3391463" y="512111"/>
              <a:ext cx="3405198" cy="1627380"/>
            </a:xfrm>
            <a:prstGeom prst="triangle">
              <a:avLst/>
            </a:prstGeom>
            <a:solidFill>
              <a:srgbClr val="E9E7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Triangle isocèle 6">
              <a:extLst>
                <a:ext uri="{FF2B5EF4-FFF2-40B4-BE49-F238E27FC236}">
                  <a16:creationId xmlns:a16="http://schemas.microsoft.com/office/drawing/2014/main" id="{1C0DDEC6-F7D0-40C7-B318-3F1AA6B312FE}"/>
                </a:ext>
              </a:extLst>
            </p:cNvPr>
            <p:cNvSpPr/>
            <p:nvPr/>
          </p:nvSpPr>
          <p:spPr>
            <a:xfrm>
              <a:off x="3391464" y="2139491"/>
              <a:ext cx="3405197" cy="4258317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9B7356D8-C36F-4BD4-B94B-EA409230F7A4}"/>
              </a:ext>
            </a:extLst>
          </p:cNvPr>
          <p:cNvGrpSpPr/>
          <p:nvPr/>
        </p:nvGrpSpPr>
        <p:grpSpPr>
          <a:xfrm rot="10800000">
            <a:off x="4674638" y="175608"/>
            <a:ext cx="1692816" cy="3253392"/>
            <a:chOff x="3391463" y="512111"/>
            <a:chExt cx="3405198" cy="5885697"/>
          </a:xfrm>
        </p:grpSpPr>
        <p:sp>
          <p:nvSpPr>
            <p:cNvPr id="9" name="Triangle isocèle 8">
              <a:extLst>
                <a:ext uri="{FF2B5EF4-FFF2-40B4-BE49-F238E27FC236}">
                  <a16:creationId xmlns:a16="http://schemas.microsoft.com/office/drawing/2014/main" id="{4458BF55-6276-44AC-9AAA-A4DBBCA9F024}"/>
                </a:ext>
              </a:extLst>
            </p:cNvPr>
            <p:cNvSpPr/>
            <p:nvPr/>
          </p:nvSpPr>
          <p:spPr>
            <a:xfrm>
              <a:off x="3391463" y="512111"/>
              <a:ext cx="3405198" cy="1627380"/>
            </a:xfrm>
            <a:prstGeom prst="triangle">
              <a:avLst/>
            </a:prstGeom>
            <a:solidFill>
              <a:srgbClr val="E9E7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Triangle isocèle 9">
              <a:extLst>
                <a:ext uri="{FF2B5EF4-FFF2-40B4-BE49-F238E27FC236}">
                  <a16:creationId xmlns:a16="http://schemas.microsoft.com/office/drawing/2014/main" id="{D74E34CB-58C4-4405-8E8B-8E6A9C007C87}"/>
                </a:ext>
              </a:extLst>
            </p:cNvPr>
            <p:cNvSpPr/>
            <p:nvPr/>
          </p:nvSpPr>
          <p:spPr>
            <a:xfrm>
              <a:off x="3391464" y="2139491"/>
              <a:ext cx="3405197" cy="4258317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2D3BEDD-9008-4878-A589-DB9F22CA88C6}"/>
              </a:ext>
            </a:extLst>
          </p:cNvPr>
          <p:cNvGrpSpPr/>
          <p:nvPr/>
        </p:nvGrpSpPr>
        <p:grpSpPr>
          <a:xfrm rot="16200000">
            <a:off x="6301334" y="1801578"/>
            <a:ext cx="1692816" cy="3253392"/>
            <a:chOff x="3391463" y="512111"/>
            <a:chExt cx="3405198" cy="5885697"/>
          </a:xfrm>
        </p:grpSpPr>
        <p:sp>
          <p:nvSpPr>
            <p:cNvPr id="12" name="Triangle isocèle 11">
              <a:extLst>
                <a:ext uri="{FF2B5EF4-FFF2-40B4-BE49-F238E27FC236}">
                  <a16:creationId xmlns:a16="http://schemas.microsoft.com/office/drawing/2014/main" id="{63A55873-6D2F-4010-9234-C59F18FF0707}"/>
                </a:ext>
              </a:extLst>
            </p:cNvPr>
            <p:cNvSpPr/>
            <p:nvPr/>
          </p:nvSpPr>
          <p:spPr>
            <a:xfrm>
              <a:off x="3391463" y="512111"/>
              <a:ext cx="3405198" cy="1627380"/>
            </a:xfrm>
            <a:prstGeom prst="triangle">
              <a:avLst/>
            </a:prstGeom>
            <a:solidFill>
              <a:srgbClr val="E9E7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Triangle isocèle 12">
              <a:extLst>
                <a:ext uri="{FF2B5EF4-FFF2-40B4-BE49-F238E27FC236}">
                  <a16:creationId xmlns:a16="http://schemas.microsoft.com/office/drawing/2014/main" id="{0D2E5B7B-3979-48CC-8FB0-4820DC3DB550}"/>
                </a:ext>
              </a:extLst>
            </p:cNvPr>
            <p:cNvSpPr/>
            <p:nvPr/>
          </p:nvSpPr>
          <p:spPr>
            <a:xfrm>
              <a:off x="3391464" y="2139491"/>
              <a:ext cx="3405197" cy="4258317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88CE83F-796A-4D37-A690-4812BBB9221C}"/>
              </a:ext>
            </a:extLst>
          </p:cNvPr>
          <p:cNvSpPr/>
          <p:nvPr/>
        </p:nvSpPr>
        <p:spPr>
          <a:xfrm>
            <a:off x="6811347" y="1216544"/>
            <a:ext cx="830424" cy="1312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Menaces et limites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DCEAD-2365-486C-A693-A553DA053056}"/>
              </a:ext>
            </a:extLst>
          </p:cNvPr>
          <p:cNvSpPr/>
          <p:nvPr/>
        </p:nvSpPr>
        <p:spPr>
          <a:xfrm>
            <a:off x="3539412" y="1216544"/>
            <a:ext cx="830424" cy="1312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Opportunité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735EA-CD4C-44A8-A993-4C5FB32F4984}"/>
              </a:ext>
            </a:extLst>
          </p:cNvPr>
          <p:cNvSpPr/>
          <p:nvPr/>
        </p:nvSpPr>
        <p:spPr>
          <a:xfrm>
            <a:off x="3539412" y="4504030"/>
            <a:ext cx="830424" cy="1312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Chance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80DAB-0753-4608-B611-80A2BE85A479}"/>
              </a:ext>
            </a:extLst>
          </p:cNvPr>
          <p:cNvSpPr/>
          <p:nvPr/>
        </p:nvSpPr>
        <p:spPr>
          <a:xfrm>
            <a:off x="6811347" y="4504030"/>
            <a:ext cx="830424" cy="1312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Faiblesse</a:t>
            </a:r>
          </a:p>
        </p:txBody>
      </p:sp>
    </p:spTree>
    <p:extLst>
      <p:ext uri="{BB962C8B-B14F-4D97-AF65-F5344CB8AC3E}">
        <p14:creationId xmlns:p14="http://schemas.microsoft.com/office/powerpoint/2010/main" val="39289781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eb2583-99a6-475c-b6f8-bff0298edde2" xsi:nil="true"/>
    <lcf76f155ced4ddcb4097134ff3c332f xmlns="d0badfcd-32fa-40dd-b970-e580902a2f1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8A5154E800A46A52F7AFD94B6CF9A" ma:contentTypeVersion="12" ma:contentTypeDescription="Crée un document." ma:contentTypeScope="" ma:versionID="5c6bbea6e6f8862a0d517ed255d4109b">
  <xsd:schema xmlns:xsd="http://www.w3.org/2001/XMLSchema" xmlns:xs="http://www.w3.org/2001/XMLSchema" xmlns:p="http://schemas.microsoft.com/office/2006/metadata/properties" xmlns:ns2="d0badfcd-32fa-40dd-b970-e580902a2f18" xmlns:ns3="05eb2583-99a6-475c-b6f8-bff0298edde2" targetNamespace="http://schemas.microsoft.com/office/2006/metadata/properties" ma:root="true" ma:fieldsID="f9e85d4714ae26293e6d0be6f2a7c685" ns2:_="" ns3:_="">
    <xsd:import namespace="d0badfcd-32fa-40dd-b970-e580902a2f18"/>
    <xsd:import namespace="05eb2583-99a6-475c-b6f8-bff0298ed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adfcd-32fa-40dd-b970-e580902a2f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867a78c-48b8-4df0-bf1c-04f713128f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b2583-99a6-475c-b6f8-bff0298ed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b4bf7c6-c66d-4076-a6ff-041f77d226eb}" ma:internalName="TaxCatchAll" ma:showField="CatchAllData" ma:web="05eb2583-99a6-475c-b6f8-bff0298ed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CF107E-BB8F-4B33-A2BC-B00C7259C399}">
  <ds:schemaRefs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dcd352d7-02f7-4d61-b1e2-fbfb3c712862"/>
    <ds:schemaRef ds:uri="b3f150c2-132d-4ae7-ac3a-e018242970c0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75FB88C-E5EF-4DF4-9C29-728B90466D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1A4933-41D9-4DAB-A0B0-39E682E01F27}"/>
</file>

<file path=docProps/app.xml><?xml version="1.0" encoding="utf-8"?>
<Properties xmlns="http://schemas.openxmlformats.org/officeDocument/2006/extended-properties" xmlns:vt="http://schemas.openxmlformats.org/officeDocument/2006/docPropsVTypes">
  <TotalTime>16134</TotalTime>
  <Words>255</Words>
  <Application>Microsoft Office PowerPoint</Application>
  <PresentationFormat>Grand écran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Raleway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Monica Henao</dc:creator>
  <cp:lastModifiedBy>Monica Henao</cp:lastModifiedBy>
  <cp:revision>45</cp:revision>
  <dcterms:created xsi:type="dcterms:W3CDTF">2025-04-22T07:33:50Z</dcterms:created>
  <dcterms:modified xsi:type="dcterms:W3CDTF">2026-01-08T16:31:28Z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0x010100F388A5154E800A46A52F7AFD94B6CF9A</vt:lpwstr>
  </property>
</Properties>
</file>