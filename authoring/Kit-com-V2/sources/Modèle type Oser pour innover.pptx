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6" r:id="rId5"/>
    <p:sldMasterId id="2147483673" r:id="rId6"/>
    <p:sldMasterId id="2147483661" r:id="rId7"/>
  </p:sldMasterIdLst>
  <p:notesMasterIdLst>
    <p:notesMasterId r:id="rId33"/>
  </p:notesMasterIdLst>
  <p:handoutMasterIdLst>
    <p:handoutMasterId r:id="rId34"/>
  </p:handoutMasterIdLst>
  <p:sldIdLst>
    <p:sldId id="256" r:id="rId8"/>
    <p:sldId id="2841" r:id="rId9"/>
    <p:sldId id="257" r:id="rId10"/>
    <p:sldId id="258" r:id="rId11"/>
    <p:sldId id="276" r:id="rId12"/>
    <p:sldId id="259" r:id="rId13"/>
    <p:sldId id="260" r:id="rId14"/>
    <p:sldId id="261" r:id="rId15"/>
    <p:sldId id="262" r:id="rId16"/>
    <p:sldId id="263" r:id="rId17"/>
    <p:sldId id="2842" r:id="rId18"/>
    <p:sldId id="264" r:id="rId19"/>
    <p:sldId id="265" r:id="rId20"/>
    <p:sldId id="268" r:id="rId21"/>
    <p:sldId id="266" r:id="rId22"/>
    <p:sldId id="267" r:id="rId23"/>
    <p:sldId id="269" r:id="rId24"/>
    <p:sldId id="270" r:id="rId25"/>
    <p:sldId id="271" r:id="rId26"/>
    <p:sldId id="272" r:id="rId27"/>
    <p:sldId id="273" r:id="rId28"/>
    <p:sldId id="274" r:id="rId29"/>
    <p:sldId id="2840" r:id="rId30"/>
    <p:sldId id="2839" r:id="rId31"/>
    <p:sldId id="275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215"/>
    <a:srgbClr val="1D3258"/>
    <a:srgbClr val="3CB67B"/>
    <a:srgbClr val="63003C"/>
    <a:srgbClr val="FF33CC"/>
    <a:srgbClr val="B7C3E7"/>
    <a:srgbClr val="FF0066"/>
    <a:srgbClr val="FFFFFF"/>
    <a:srgbClr val="F3F3F4"/>
    <a:srgbClr val="CA5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DFBA786-8AE7-45EA-9EA4-4709AC732B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FCB00D5-2C52-45CD-BA1C-4C4F93F93C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44EAE-3F2F-4158-A1E3-F94730EEB77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CF23FFA-681D-44FD-8716-0F42D3B4A0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57BEC4-9960-4A6B-92B7-25084F13C7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427D0-95D4-49CA-AE43-F3910A14E2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453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AD373-8B20-470C-ADFA-CD20C941B49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1353C-BA1E-4E38-B5EF-32A037572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0476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FF6D66-F09F-4409-85AB-BC1DEF1E3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D9AFA7-8930-4ABC-8412-D7ACEEFD9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C71CB6-55AB-4BFE-8D29-235C33AB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51EC60-2BF4-476A-AA3D-9E7D37FF1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D7F401-DE57-4CB8-A2D4-94D71A69B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62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CFE215-65C8-4FC4-9D04-B25ABA8AE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6BAC98-07D1-47BC-BB6F-D812E1663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03F5E4-D7D1-456B-8FE4-1B4E5ACB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E5CFB6-87CB-49D0-8711-F4D11E834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16F0AC-15C1-44A2-897B-0DF58ED5E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58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7B3E1A-D683-44DD-9380-A4456CB75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4F6AF0-3341-47B1-9451-C6B95E9B3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9B6D46-A7D8-42D5-9657-37D6BA6CB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7F6DE6-36F0-48AD-952A-5F42F3CA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083F5A-1E8D-4F94-937F-E813B6284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174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FD4A03-80A2-413B-86F2-E81F2B278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734811-083C-49D9-AAC4-66D92EF79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D06408-52D8-454F-A585-3150BA66F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E7D96B-A434-4991-8EDF-781B5EEF5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FE9055-340C-4F40-9383-1D37716D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ED374C-1B1C-474F-A262-C2CFAB80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85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267EE6-68DE-4CA7-A0C2-B7350B1FD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D160349-5CAD-46B5-857D-C175B4C7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ECEF9E4-F344-4748-9898-295CC0BC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F1D05A-757B-424F-9E8D-423B03D0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264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EBF7E-FC52-41C0-86DA-0E41A9AC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919458B-69C6-4972-977F-B85E825F6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CDF5ECE-2AA2-48DF-9D75-43A77013B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DAF78F-79CD-4A6A-B8DB-E1F97025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1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666276-D007-4CAC-8D89-0E7BAE7C9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90947F-AA51-4C9B-9EAE-38F9CAE19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AF0EF9-FA1F-4FEE-B4AC-CDC78C9A1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179B799-E37B-4E45-BDDD-8B17338C64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714816D-E695-4ABC-B017-0C6D1831F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602FC0E-93DE-4A76-A9D5-9BA1A513A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1804666-AE40-4377-8535-3D0D7DAC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7C65C66-6600-4D82-9C95-BDA83B5D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845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8E81CD-3422-4724-A767-F0C7C045B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816396A-5DF7-4FCF-8E65-3F7391EDF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8004E4-169D-4C2D-AB44-C31F1D2D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FEFD67-EE0E-4ADA-8A59-C8449941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22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246E100-CC08-42BD-9C2F-B97EAFB2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EAD3A5-3749-4DA7-A306-59A9341C8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FD1F81-9B49-461F-AA98-E610AC1E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253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9C1247-5434-4855-9B34-7954E5F2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67161B-EBDF-4FFE-B82A-7E9400F24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0F2BEF-42D9-4AFC-B20B-890132F63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44DC68-89BD-4070-920F-791437847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9D9BFA-A333-4A58-87B2-1C52FBA3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E2ABB0-2C48-4D36-870D-331D18D0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6965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AD8E3-C38E-49A7-885B-E803448D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2B92BA7-BEF5-4B52-82CA-1016DF2644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0F1884-8F72-4250-9BEA-72F164AB6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6AA79B-4042-4D1E-8C08-012B01BF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DB5BA7-C19B-4DD9-BDA4-B62605B64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6DDEA1-CE5D-4D16-824C-1A15CA99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652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394E38-A69B-43ED-A532-61ADA940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EFE80E-89B8-4F72-9E3C-E0D92A2E2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65DD3D-2A9B-4671-8410-FFB20E2F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525358-7FE0-472F-9911-84E1E691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B4C1A3-3F3D-49CF-8F8D-0CC45C90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776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A1CA78A-6D8C-41CB-83BD-89F631F078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C2307B-8A76-490C-AD16-8AC802D44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AE527B-8159-4238-B8C3-B2CF3491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403E8D-2AF8-4475-996A-D4FB90A2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840E53-8A07-40E4-93A4-A783E4A6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705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-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2838" y="2165229"/>
            <a:ext cx="11073789" cy="1378071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rgbClr val="313E48"/>
                </a:solidFill>
              </a:defRPr>
            </a:lvl1pPr>
          </a:lstStyle>
          <a:p>
            <a:r>
              <a:rPr lang="fr-FR"/>
              <a:t>Innovation Alliance Université Paris-Saclay</a:t>
            </a:r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01CF8B-8043-4E71-B969-5D895C440857}"/>
              </a:ext>
            </a:extLst>
          </p:cNvPr>
          <p:cNvSpPr txBox="1"/>
          <p:nvPr userDrawn="1"/>
        </p:nvSpPr>
        <p:spPr>
          <a:xfrm>
            <a:off x="11010708" y="286468"/>
            <a:ext cx="58702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600"/>
              <a:t>financé par</a:t>
            </a:r>
          </a:p>
        </p:txBody>
      </p:sp>
    </p:spTree>
    <p:extLst>
      <p:ext uri="{BB962C8B-B14F-4D97-AF65-F5344CB8AC3E}">
        <p14:creationId xmlns:p14="http://schemas.microsoft.com/office/powerpoint/2010/main" val="3756261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623392" y="274638"/>
            <a:ext cx="10177131" cy="562074"/>
          </a:xfrm>
          <a:noFill/>
        </p:spPr>
        <p:txBody>
          <a:bodyPr>
            <a:normAutofit/>
          </a:bodyPr>
          <a:lstStyle>
            <a:lvl1pPr>
              <a:defRPr lang="fr-FR" sz="3400" dirty="0">
                <a:solidFill>
                  <a:srgbClr val="313E48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9" name="Espace réservé du contenu 2"/>
          <p:cNvSpPr>
            <a:spLocks noGrp="1"/>
          </p:cNvSpPr>
          <p:nvPr>
            <p:ph idx="1"/>
          </p:nvPr>
        </p:nvSpPr>
        <p:spPr>
          <a:xfrm>
            <a:off x="623393" y="1556793"/>
            <a:ext cx="10177132" cy="436693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 marL="1143000" indent="-228600">
              <a:buFont typeface="Arial" panose="020B0604020202020204" pitchFamily="34" charset="0"/>
              <a:buChar char="•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9139110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EDD2BC-8379-4D2A-A7BE-91B41747B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766BECA-6E3D-40A7-A529-AFA2AAAFE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2E23A8-EC49-4B3F-BA82-B1C4130B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317B-FAEF-4C7F-954B-CDD2E49F760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666E2A-604F-4F73-900C-EF22A4C5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7747CE-6890-4229-AD05-00090A6E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6A45-E732-4316-B9B1-F667B6E81A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5011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47E3A-DFFC-47E8-89E6-10DF57911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288E01-495E-4B7A-B471-123A0E328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03CB81-F094-48EA-8D0E-7AF909E9B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317B-FAEF-4C7F-954B-CDD2E49F760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B786B2-1128-40C6-991E-E3181202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EE5D24-9F46-4A93-BB36-43DB56E4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6A45-E732-4316-B9B1-F667B6E81A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7792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C1D461-4EED-4CEF-A4F8-2A1E3EDE1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397CC9-06EC-44B9-B1F9-126BA58CD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492D32-111B-4AB3-BA58-D820DD32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317B-FAEF-4C7F-954B-CDD2E49F760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3837D1-9040-418E-93CE-D7D6CC840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2207BA-579E-4DB5-BDBA-7275915C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6A45-E732-4316-B9B1-F667B6E81A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1577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71BADF-0AE1-4C91-B351-84C64371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81B83F-7203-455E-92F4-899AE8350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41E453-DBD9-49B5-AB2B-9A85869AC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794EE5-4CA6-40FE-AC59-6919B5C56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317B-FAEF-4C7F-954B-CDD2E49F760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CA100E-AC1A-4201-87C5-EF542958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CC527B-CBE4-420C-B23F-784E702E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6A45-E732-4316-B9B1-F667B6E81A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8140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3A5A3F-16A5-42A3-A293-742A1ED8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54FD20-AEF9-4379-A23C-D0B54CD7F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504A278-E44D-4196-8A69-82058C501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346350D-98A8-41C4-891D-083E029D7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0A8D1B8-42CF-4B50-AEBA-B911848043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09A1931-7617-49F4-B477-339108CB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317B-FAEF-4C7F-954B-CDD2E49F760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ABCCDDD-C232-4B39-8615-E14BDC9A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972ED58-FEA3-4722-8AD5-61747661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6A45-E732-4316-B9B1-F667B6E81A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1383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B716F0-DBA4-4B71-BE15-6C6CD74E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21801C6-4770-49FE-969E-DAAFD396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317B-FAEF-4C7F-954B-CDD2E49F760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C1E79F-0F51-44F9-8D1B-3592629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E768052-23C1-4534-AC0A-1B055D4A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6A45-E732-4316-B9B1-F667B6E81A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23739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548003C-D712-4ED7-A523-E75A3B30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317B-FAEF-4C7F-954B-CDD2E49F760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53C7521-B775-4610-8C83-50CFE747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ACB98D-C732-4AC4-B111-3D5BA474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6A45-E732-4316-B9B1-F667B6E81A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57958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502219-ACD9-47BC-A997-F238A8BC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4035F4-8BB7-4BD1-AA3E-E188C810A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0C9621-19E5-48AE-8A0A-58C2E253B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C755587-38E8-4761-B3E4-905D1A335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317B-FAEF-4C7F-954B-CDD2E49F760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14F6E1-5FA9-4E43-9F34-C9CC7539D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186CF5-F2EA-4DB0-AC6F-6E0376F6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6A45-E732-4316-B9B1-F667B6E81A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39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EE08DF-F86A-42B7-B33D-3CC7C086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BDDA055-EE65-440D-B991-76869F56C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0222AA-BD18-4046-8DDF-5EA4630EC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35A3E2-88F0-4E2B-B854-2B268319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317B-FAEF-4C7F-954B-CDD2E49F760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AC5B0B-A03C-4C1B-B26C-9C8305D6B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9F3EAD-17E1-4215-AA16-4806BC70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6A45-E732-4316-B9B1-F667B6E81A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18721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F9E226-04D5-4D7E-A022-4B395CB8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B160658-625E-480C-A94D-5521F0179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FAF0AE-D8F1-438B-9EFC-9B362CC00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317B-FAEF-4C7F-954B-CDD2E49F760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3E7ECB-BFBE-471A-BA2C-7B4A44F9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46F25C-DAA5-4F1D-8180-BC0B3466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6A45-E732-4316-B9B1-F667B6E81A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33172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B2141D8-1A4F-4216-AE1B-3DBE543C5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780E01-1157-48AB-BD9A-C45CED5C5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DA59B7-7AF8-4C9C-85C5-5F95DF16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317B-FAEF-4C7F-954B-CDD2E49F760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EF625F-D375-4B42-A163-CE42568B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596C06-856D-4C28-A062-5718174D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6A45-E732-4316-B9B1-F667B6E81A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3405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0F5C65-CC61-4BC9-ADD5-AA5C251D0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2E224A4-40B3-4315-9EDE-B6C796B3D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B66B0E-61A4-4FFE-8296-E3E71C890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8F3-6DE3-493A-B434-F1B1D939E2E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EF67E7-1F49-4B3E-82A5-9CEBFAE5C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26F201-48BB-4862-9B3F-08805391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144D-EDD6-448D-A7F6-E21E83453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7146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C7A35-B70E-40C2-9126-84E06C44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1FA141-078E-4DEC-9D40-08C287023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CA45BB-CA0E-45C5-AD54-DCEEDAB54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8F3-6DE3-493A-B434-F1B1D939E2E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182C3E-69E5-411E-8E76-3B3A58D9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8A17C1-54AE-4561-8E98-5F5BA7EB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144D-EDD6-448D-A7F6-E21E83453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30445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2DD4FD-3648-49D9-A68A-942B7AEAD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271396-975D-4A0D-822B-6F7BDE8CF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5B06E2-C07E-4408-9C52-644061BA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8F3-6DE3-493A-B434-F1B1D939E2E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E1A0FF-6D6B-4C60-B926-FE35000E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86E19D-0948-4A1E-BB5B-58A75DAA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144D-EDD6-448D-A7F6-E21E83453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6174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193F65-EFDF-408D-901F-CDC95C148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AA3232-D0E9-4796-A591-7B890D119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55C3508-FEE2-4E6E-859C-F94900B98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B8C6BAA-0A1E-41C7-86D0-0B14CD56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8F3-6DE3-493A-B434-F1B1D939E2E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9A756B-DA96-4899-9949-FE0DCB3A3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6A2320-036B-4B02-9FF3-BC735EF64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144D-EDD6-448D-A7F6-E21E83453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89887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A09EC7-3727-4BFE-B701-5F3B20B7F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28A3F0-B558-498C-9D12-0A87A06A5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C89326-D2F0-4F97-AE00-960EFF4D2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EFCDFB8-39FC-48A8-B3B4-54AD67BA2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44D6D1-B30D-46A0-96E4-7A379FA49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C0D2F56-CA0B-4B35-BBFB-BBEEA4E9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8F3-6DE3-493A-B434-F1B1D939E2E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710847A-D4B9-4458-87B4-108174D3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185F0A0-4D70-4995-8914-1F030CAC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144D-EDD6-448D-A7F6-E21E83453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19491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805566-8126-4C51-BD18-F5017AD1B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E9FDBFA-4D6D-4D23-9FE1-7B157316F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8F3-6DE3-493A-B434-F1B1D939E2E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1997A21-FAAF-4964-B04B-20D6A522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0391618-FD94-4B05-B9AA-FD6AE050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144D-EDD6-448D-A7F6-E21E83453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8723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38C72CD-6248-4A40-9A50-EB146B29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8F3-6DE3-493A-B434-F1B1D939E2E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AD8A831-09DC-432C-BEFF-863044B9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23190D-89C7-4F3F-9F43-1F8C81D3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144D-EDD6-448D-A7F6-E21E83453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09675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9AAF1B-F8A3-4E32-A725-A4F5AEE6E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E9C0A6-B674-4942-A6A2-4A5276B0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12A6DE-D27C-431F-8E3B-58AF046A3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ECF2F5-632C-4B98-91A0-12BF69F9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8F3-6DE3-493A-B434-F1B1D939E2E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79F562-3121-487D-B409-5CAB8F1F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09DCA8-8FFC-4BF4-BCA9-6AA37BC1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144D-EDD6-448D-A7F6-E21E83453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10053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A9C133-BF7D-47B1-A8F2-41B678BF6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F8C60C-5644-4540-8D44-304315BBA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D3942A-0020-49B0-A5FC-4D53A8271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2B4D8B-034E-4FCD-8564-B008D9D1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8F3-6DE3-493A-B434-F1B1D939E2E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0238180-6F44-435C-819A-5AC29E43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74FAC1-7A95-40DD-AA8F-D2D83836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144D-EDD6-448D-A7F6-E21E83453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7278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515769-F2D3-49C2-AAE6-615CE9B2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5FC4982-B9D2-4DA5-999A-1AD09243A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EA4A6-EFC3-4CF5-B394-654BCB67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8F3-6DE3-493A-B434-F1B1D939E2E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E4A5D8-2644-4844-87A4-BD9B345E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08343C-236F-49D5-8E7B-9C2083F6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144D-EDD6-448D-A7F6-E21E83453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49500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A970C2-13F0-4EE1-9EA3-49E9175B8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45C3C9-1324-40AC-8A09-FA721C282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E13A56-4FAD-41F2-A385-C9578709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8F3-6DE3-493A-B434-F1B1D939E2E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767CE6-B01B-4A4F-838A-014EC185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4988CF-8931-4714-9E4E-3A21FE2E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144D-EDD6-448D-A7F6-E21E83453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24433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747B68-58B4-4DB7-B6F4-AF260366A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038506A-6F5C-46D1-8DBD-772606260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CE46BC-6177-4A04-AB4C-7DE8BC4D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75DEC-6148-4001-8FD4-2DB051FCD2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0838F-8F52-419D-9D6F-0AC1CCF1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B1D69D-DDA9-4A4B-8C21-CD5D83479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26C0-AA5E-4674-B01D-19B106F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2026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B731B5-02D8-43BE-A355-7C38713FE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AFCAE7-5C69-4734-A4DD-0A3C92EDF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E06238-B94A-4543-8BEB-0AB54EAB7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75DEC-6148-4001-8FD4-2DB051FCD2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5AB007-30F8-4410-9C7D-9A150FD4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F538DC-DCA5-42F5-8248-C2F6F9673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26C0-AA5E-4674-B01D-19B106F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5044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10E23-4D52-41E1-AEB1-F02F499F4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64E1BD-66D0-4E80-9A65-A3897AE00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32A2BC-5253-4BD7-A7C5-256C6FE1E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75DEC-6148-4001-8FD4-2DB051FCD2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3D8C32-546B-4741-9A01-92BE6A795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943F1F-7CBE-438A-84AF-E3D4FF79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26C0-AA5E-4674-B01D-19B106F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98915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B5B974-B7C0-47A7-8EF1-2EED9271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C2BF5F-CADB-426A-A1F5-AA4D08CF3C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60B35B2-C559-40DA-8D62-189566740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CEEC696-8EEF-435E-B983-B3A0EF76A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75DEC-6148-4001-8FD4-2DB051FCD2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76FCBC4-C3BC-4940-9289-3A4738956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4E4313-019E-406C-A536-3018236C8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26C0-AA5E-4674-B01D-19B106F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3858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8D240D-39CD-4877-A009-AF5496E9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9969AA-4B8E-4854-B82C-C02533329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EFD904A-5565-4B9E-9BC7-F76128C11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EA412CF-F5D1-4AE3-9A11-B4A8D80C2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65C881-EAEC-4C29-8A9F-B35019A86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31D996D-898B-4422-A31C-DA7357DF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75DEC-6148-4001-8FD4-2DB051FCD2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6E57B05-00A8-4D0A-98D8-EF3731EB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AD70725-25D3-4B5F-A5B2-E63123F6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26C0-AA5E-4674-B01D-19B106F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5743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8E9D99-AF07-458C-8108-7A3AAF86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AAC19B9-EB1E-4523-B7A3-58A021947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75DEC-6148-4001-8FD4-2DB051FCD2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454C7F6-C35D-4751-B725-498984F8A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6F57935-AD47-499B-A8AB-023054E7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26C0-AA5E-4674-B01D-19B106F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44550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22A23EF-2176-40DF-8BAD-B1FBF7163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75DEC-6148-4001-8FD4-2DB051FCD2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33F5D4-3E9E-424B-8EDD-A80BAC4BE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C2C504-7854-4D88-9350-DAC76003D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26C0-AA5E-4674-B01D-19B106F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49928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243C13-5EF8-4167-B218-7ADDF8D1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3B4586-15F1-4AC5-9BF9-BA9AA14A9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B2C865-6670-427B-8025-ED64B93FA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568AA3-8C48-4A4A-A800-97CE1C4AD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75DEC-6148-4001-8FD4-2DB051FCD2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92D46E-3290-4EA3-83CB-EF6858D9B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B0112C-E01C-47FB-9557-1CD91933B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26C0-AA5E-4674-B01D-19B106F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58183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7AD18-91CE-4499-BE28-77237DA85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E9CE9A1-19B4-4316-816D-FA0BE1933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BFFE66-48B2-4FC1-8967-ADE769944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29BB24-D811-4EC1-A456-C128B0CD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75DEC-6148-4001-8FD4-2DB051FCD2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8E093B1-2EE2-4DF8-B858-D6571CB60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906EFA-8938-4A45-A019-89E9C14A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26C0-AA5E-4674-B01D-19B106F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69685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C36BB4-4661-4308-92EB-867D982F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794652F-AB02-435E-BE09-3DE2C1DDF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F08068-FA7A-4A7E-A682-A8588B908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75DEC-6148-4001-8FD4-2DB051FCD2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628D6C-30E8-422F-99E4-CE3217E7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A13363-D744-410B-BA97-F477AAEDB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26C0-AA5E-4674-B01D-19B106F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68393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C193EB2-659F-44C8-B27E-5940CB1F2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538371C-7027-4E66-A1AC-DF6E790F7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B1CE88-FE0A-441C-895A-7CB972E0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75DEC-6148-4001-8FD4-2DB051FCD2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3B68E6-7014-4EC7-B028-2B2AAED2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75D1D9-B027-4197-892F-FA2A2B49C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26C0-AA5E-4674-B01D-19B106F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548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10FDF8-313A-4673-B458-45EA936D1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FA5570-4F41-4522-8497-4CF8D2F54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01B62B-3EC7-4F69-844B-72701089D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BF5A5-848B-43F5-8683-F978C082CE8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FA5B7A-08F7-41C4-9907-FC409DA48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B9234C-7E2E-41EB-ACA6-44C867C3A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C003F-12DA-4E93-B43F-037A653BB15D}" type="slidenum">
              <a:rPr lang="fr-FR" smtClean="0"/>
              <a:t>‹N°›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445E537-76CD-4E61-968F-C9D30CDED71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195" y="222755"/>
            <a:ext cx="1165408" cy="37286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114210F-9C9E-4B8D-953A-48D27FC05888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7422" y="102888"/>
            <a:ext cx="220945" cy="49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05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85" r:id="rId5"/>
    <p:sldLayoutId id="2147483660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98" r:id="rId14"/>
    <p:sldLayoutId id="214748370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3003C"/>
          </a:solidFill>
          <a:latin typeface="ZT Nature Med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600E911-BE8B-49AA-A505-2D2AFDD4D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728A6E-BFF1-48E9-82B8-F65973B22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1FD90F-5DF5-4CF2-9043-274957D76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8317B-FAEF-4C7F-954B-CDD2E49F760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E45351-417F-413A-AFC5-2E2E32003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AD78C9-AF0F-44E6-AB7C-5DA829B1E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76A45-E732-4316-B9B1-F667B6E81A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320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8192051-BC70-4CA0-AC80-62EEBF477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5C6DEB-F9FA-468D-B7BC-9DEC9F1E3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09025D-1A97-4407-A063-AC0680B35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F38F3-6DE3-493A-B434-F1B1D939E2E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9C55BD-4BF1-49E1-B93F-E30872E9F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D11F6E-BE7E-49DC-8034-35B640A5C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4144D-EDD6-448D-A7F6-E21E83453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21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8EF1DF4-08B9-4EDD-96DB-F791D9897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136D3C-EC89-4BBE-9425-B655A7926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FB0AC2-A573-42B0-85EC-9E05E187C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75DEC-6148-4001-8FD4-2DB051FCD2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91737E-FCAB-4B35-BFAD-B742A8F8F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F2F474-6FE4-486E-90EF-5D6878D1E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126C0-AA5E-4674-B01D-19B106F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42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media" Target="../media/media4.wav"/><Relationship Id="rId7" Type="http://schemas.microsoft.com/office/2007/relationships/hdphoto" Target="../media/hdphoto1.wdp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13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1.mp4"/><Relationship Id="rId1" Type="http://schemas.microsoft.com/office/2007/relationships/media" Target="../media/media11.mp4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forms.office.com/e/vGYgYd8Q9N?origin=lprLink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2C9397DD-4E68-4F69-8231-E99CCCBEE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95" y="5075530"/>
            <a:ext cx="4856448" cy="169112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5A130B3-B4EF-4C81-9EA7-FF5EAB835C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195" y="222755"/>
            <a:ext cx="1165408" cy="37286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949F0B3-25F1-4370-A406-5AF783E4DA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7422" y="102888"/>
            <a:ext cx="220945" cy="492731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159B73F-1419-42DB-AF0A-97C292152AC4}"/>
              </a:ext>
            </a:extLst>
          </p:cNvPr>
          <p:cNvSpPr txBox="1"/>
          <p:nvPr/>
        </p:nvSpPr>
        <p:spPr>
          <a:xfrm>
            <a:off x="5067749" y="1936979"/>
            <a:ext cx="60946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63003C"/>
                </a:solidFill>
                <a:latin typeface="ZT Nature Black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TITRE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ADB9321-3595-48AB-9247-4AA4F1238640}"/>
              </a:ext>
            </a:extLst>
          </p:cNvPr>
          <p:cNvSpPr txBox="1"/>
          <p:nvPr/>
        </p:nvSpPr>
        <p:spPr>
          <a:xfrm>
            <a:off x="4976297" y="3687140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3CB67B"/>
                </a:solidFill>
                <a:latin typeface="ZT Nature Med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DATE 2026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8CA63D7-9CB9-482B-AB24-80B1014E7D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33" y="349253"/>
            <a:ext cx="1417323" cy="316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3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29" y="2362564"/>
            <a:ext cx="5082309" cy="239770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6355938" y="3022805"/>
            <a:ext cx="55390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Charte graphique </a:t>
            </a:r>
            <a:b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vidéo MOOC</a:t>
            </a:r>
          </a:p>
        </p:txBody>
      </p:sp>
    </p:spTree>
    <p:extLst>
      <p:ext uri="{BB962C8B-B14F-4D97-AF65-F5344CB8AC3E}">
        <p14:creationId xmlns:p14="http://schemas.microsoft.com/office/powerpoint/2010/main" val="104000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126" y="664273"/>
            <a:ext cx="4445488" cy="599637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823409" y="3269027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Palette de couleurs</a:t>
            </a:r>
          </a:p>
        </p:txBody>
      </p:sp>
    </p:spTree>
    <p:extLst>
      <p:ext uri="{BB962C8B-B14F-4D97-AF65-F5344CB8AC3E}">
        <p14:creationId xmlns:p14="http://schemas.microsoft.com/office/powerpoint/2010/main" val="506209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412" y="405506"/>
            <a:ext cx="5478013" cy="631181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823409" y="3269027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6300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Typographie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435496" y="5433773"/>
            <a:ext cx="4190452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Open Sans" pitchFamily="2" charset="0"/>
                <a:ea typeface="Open Sans" pitchFamily="2" charset="0"/>
                <a:cs typeface="Open Sans" pitchFamily="2" charset="0"/>
              </a:rPr>
              <a:t>Mettre une majuscule uniquement au début des noms et prénoms.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Open Sans" pitchFamily="2" charset="0"/>
                <a:ea typeface="Open Sans" pitchFamily="2" charset="0"/>
                <a:cs typeface="Open Sans" pitchFamily="2" charset="0"/>
              </a:rPr>
              <a:t>Utiliser l’écriture inclusive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Open Sans" pitchFamily="2" charset="0"/>
                <a:ea typeface="Open Sans" pitchFamily="2" charset="0"/>
                <a:cs typeface="Open Sans" pitchFamily="2" charset="0"/>
              </a:rPr>
              <a:t>Lisibilité </a:t>
            </a:r>
            <a:r>
              <a:rPr lang="fr-FR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dys</a:t>
            </a:r>
            <a:endParaRPr lang="fr-FR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513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823409" y="3269027"/>
            <a:ext cx="55390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6300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Typographie</a:t>
            </a:r>
          </a:p>
          <a:p>
            <a:r>
              <a:rPr lang="fr-FR" sz="3200" b="1" dirty="0">
                <a:solidFill>
                  <a:srgbClr val="6300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complémentaire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435496" y="5433773"/>
            <a:ext cx="4190452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Open Sans" pitchFamily="2" charset="0"/>
                <a:ea typeface="Open Sans" pitchFamily="2" charset="0"/>
                <a:cs typeface="Open Sans" pitchFamily="2" charset="0"/>
              </a:rPr>
              <a:t>Utiliser uniquement lorsque c’est nécessaire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Open Sans" pitchFamily="2" charset="0"/>
                <a:ea typeface="Open Sans" pitchFamily="2" charset="0"/>
                <a:cs typeface="Open Sans" pitchFamily="2" charset="0"/>
              </a:rPr>
              <a:t>Pour les évènements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Open Sans" pitchFamily="2" charset="0"/>
                <a:ea typeface="Open Sans" pitchFamily="2" charset="0"/>
                <a:cs typeface="Open Sans" pitchFamily="2" charset="0"/>
              </a:rPr>
              <a:t>l’écriture inclusive.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7C15269-D6F2-473E-B22D-58900CA75BA9}"/>
              </a:ext>
            </a:extLst>
          </p:cNvPr>
          <p:cNvSpPr txBox="1"/>
          <p:nvPr/>
        </p:nvSpPr>
        <p:spPr>
          <a:xfrm>
            <a:off x="6508955" y="1130710"/>
            <a:ext cx="287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ZT Nature Black"/>
              </a:rPr>
              <a:t>ZT Nature black</a:t>
            </a:r>
          </a:p>
          <a:p>
            <a:r>
              <a:rPr lang="fr-FR" b="1" dirty="0">
                <a:latin typeface="ZT Nature Black"/>
              </a:rPr>
              <a:t>ABCD</a:t>
            </a:r>
          </a:p>
        </p:txBody>
      </p:sp>
    </p:spTree>
    <p:extLst>
      <p:ext uri="{BB962C8B-B14F-4D97-AF65-F5344CB8AC3E}">
        <p14:creationId xmlns:p14="http://schemas.microsoft.com/office/powerpoint/2010/main" val="4286739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702" y="2953980"/>
            <a:ext cx="5626066" cy="1800019"/>
          </a:xfr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947" y="3058964"/>
            <a:ext cx="3803798" cy="179453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73599"/>
            <a:ext cx="1417323" cy="316078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838200" y="623684"/>
            <a:ext cx="11147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Logo avec et sans </a:t>
            </a:r>
            <a:r>
              <a:rPr lang="fr-FR" sz="3200" b="1" dirty="0" err="1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baseline</a:t>
            </a:r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couplé à droite avec </a:t>
            </a:r>
            <a:b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le visuel neuronal</a:t>
            </a:r>
          </a:p>
        </p:txBody>
      </p:sp>
    </p:spTree>
    <p:extLst>
      <p:ext uri="{BB962C8B-B14F-4D97-AF65-F5344CB8AC3E}">
        <p14:creationId xmlns:p14="http://schemas.microsoft.com/office/powerpoint/2010/main" val="3216361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468255" y="387680"/>
            <a:ext cx="74916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6300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Logo standard animé et sonorisé </a:t>
            </a:r>
          </a:p>
        </p:txBody>
      </p:sp>
      <p:pic>
        <p:nvPicPr>
          <p:cNvPr id="5" name="Logo animat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56477" y="1081408"/>
            <a:ext cx="9413715" cy="529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1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468255" y="387680"/>
            <a:ext cx="10399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Logo expert/témoignage animé et sonorisé </a:t>
            </a:r>
          </a:p>
        </p:txBody>
      </p:sp>
      <p:pic>
        <p:nvPicPr>
          <p:cNvPr id="2" name="Logo animé exempl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30163" y="1032400"/>
            <a:ext cx="9690009" cy="545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5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49723" y="3135818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20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Jingle</a:t>
            </a:r>
          </a:p>
        </p:txBody>
      </p:sp>
      <p:pic>
        <p:nvPicPr>
          <p:cNvPr id="6" name="Intro Log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562317" y="3947620"/>
            <a:ext cx="487363" cy="487363"/>
          </a:xfrm>
          <a:prstGeom prst="rect">
            <a:avLst/>
          </a:prstGeom>
        </p:spPr>
      </p:pic>
      <p:pic>
        <p:nvPicPr>
          <p:cNvPr id="7" name="Minimalistic Jingle Log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377960" y="394761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2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73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49723" y="3135818"/>
            <a:ext cx="55390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Bandeau </a:t>
            </a:r>
            <a:b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intervenant</a:t>
            </a:r>
          </a:p>
        </p:txBody>
      </p:sp>
      <p:pic>
        <p:nvPicPr>
          <p:cNvPr id="6" name="Titre #0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696990" y="1592823"/>
            <a:ext cx="7380984" cy="415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3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49723" y="3135818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Transition </a:t>
            </a:r>
          </a:p>
        </p:txBody>
      </p:sp>
      <p:pic>
        <p:nvPicPr>
          <p:cNvPr id="2" name="Transition_44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50981" y="1353808"/>
            <a:ext cx="7838608" cy="440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7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49723" y="3135818"/>
            <a:ext cx="55390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Exemples </a:t>
            </a:r>
            <a:b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d’illustrations </a:t>
            </a:r>
            <a:b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animées</a:t>
            </a:r>
          </a:p>
        </p:txBody>
      </p:sp>
      <p:pic>
        <p:nvPicPr>
          <p:cNvPr id="6" name="Exemple d'illustrations animées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35230" y="104705"/>
            <a:ext cx="6391481" cy="63914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879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graphiques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201" y="1052547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11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graphiques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360" y="1263056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983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graphiques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355" y="573172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18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graphiques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260" y="1138066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99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6932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de texte animés</a:t>
            </a:r>
          </a:p>
        </p:txBody>
      </p:sp>
      <p:pic>
        <p:nvPicPr>
          <p:cNvPr id="3" name="mot clé animé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613093" y="1315683"/>
            <a:ext cx="8233253" cy="463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68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6932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de texte animés</a:t>
            </a:r>
          </a:p>
        </p:txBody>
      </p:sp>
      <p:pic>
        <p:nvPicPr>
          <p:cNvPr id="2" name="mot clé animé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652562" y="1466986"/>
            <a:ext cx="8075372" cy="454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3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6932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de texte animés</a:t>
            </a:r>
          </a:p>
        </p:txBody>
      </p:sp>
      <p:pic>
        <p:nvPicPr>
          <p:cNvPr id="3" name="Mot clé animé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940552" y="1425461"/>
            <a:ext cx="8032247" cy="451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6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6932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de texte animés</a:t>
            </a:r>
          </a:p>
        </p:txBody>
      </p:sp>
      <p:pic>
        <p:nvPicPr>
          <p:cNvPr id="2" name="quote animé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62936" y="1382314"/>
            <a:ext cx="7747913" cy="435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9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85384" y="280785"/>
            <a:ext cx="6932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6300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Style de schémas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976" y="3528173"/>
            <a:ext cx="4960705" cy="1621769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329" y="1554078"/>
            <a:ext cx="5906737" cy="401467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699" y="2409677"/>
            <a:ext cx="4030573" cy="77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00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116" y="703890"/>
            <a:ext cx="8295078" cy="5591484"/>
          </a:xfr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85384" y="280785"/>
            <a:ext cx="6932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6300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Frise de fin</a:t>
            </a:r>
          </a:p>
        </p:txBody>
      </p:sp>
    </p:spTree>
    <p:extLst>
      <p:ext uri="{BB962C8B-B14F-4D97-AF65-F5344CB8AC3E}">
        <p14:creationId xmlns:p14="http://schemas.microsoft.com/office/powerpoint/2010/main" val="2699654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68281-4F4B-45D1-842E-DCF6C02D2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D9B1DF-8866-4716-87CA-8329FC135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888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65F43-4404-45C5-A2D4-365533EB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767" y="5194974"/>
            <a:ext cx="10177131" cy="562074"/>
          </a:xfrm>
        </p:spPr>
        <p:txBody>
          <a:bodyPr>
            <a:noAutofit/>
          </a:bodyPr>
          <a:lstStyle/>
          <a:p>
            <a:pPr algn="ctr"/>
            <a:r>
              <a:rPr lang="fr-FR" sz="2400" dirty="0">
                <a:solidFill>
                  <a:srgbClr val="1D3258"/>
                </a:solidFill>
              </a:rPr>
              <a:t>Je m’inscris ICI newsletter </a:t>
            </a:r>
            <a:r>
              <a:rPr lang="fr-FR" sz="2400" dirty="0">
                <a:hlinkClick r:id="rId2"/>
              </a:rPr>
              <a:t>https://forms.office.com/e/vGYgYd8Q9N?origin=lprLink</a:t>
            </a:r>
            <a:r>
              <a:rPr lang="fr-FR" sz="2400" dirty="0"/>
              <a:t> 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32206BF-B9DB-48BC-9FCC-687806F06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571" y="1558635"/>
            <a:ext cx="3153525" cy="317009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EB4B627-17BA-4763-876F-8A2A6859D032}"/>
              </a:ext>
            </a:extLst>
          </p:cNvPr>
          <p:cNvSpPr txBox="1"/>
          <p:nvPr/>
        </p:nvSpPr>
        <p:spPr>
          <a:xfrm>
            <a:off x="4374573" y="6151418"/>
            <a:ext cx="267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F08215"/>
                </a:solidFill>
              </a:rPr>
              <a:t>Merci!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8C8A242-694F-4E9E-B21D-F7737E65A0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001" y="3642914"/>
            <a:ext cx="3611712" cy="10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63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BC3C764-8157-4C57-B923-3A6840CFE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29629"/>
            <a:ext cx="10515600" cy="2943330"/>
          </a:xfrm>
        </p:spPr>
      </p:pic>
    </p:spTree>
    <p:extLst>
      <p:ext uri="{BB962C8B-B14F-4D97-AF65-F5344CB8AC3E}">
        <p14:creationId xmlns:p14="http://schemas.microsoft.com/office/powerpoint/2010/main" val="2369143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eb2583-99a6-475c-b6f8-bff0298edde2" xsi:nil="true"/>
    <lcf76f155ced4ddcb4097134ff3c332f xmlns="d0badfcd-32fa-40dd-b970-e580902a2f1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8A5154E800A46A52F7AFD94B6CF9A" ma:contentTypeVersion="12" ma:contentTypeDescription="Crée un document." ma:contentTypeScope="" ma:versionID="5c6bbea6e6f8862a0d517ed255d4109b">
  <xsd:schema xmlns:xsd="http://www.w3.org/2001/XMLSchema" xmlns:xs="http://www.w3.org/2001/XMLSchema" xmlns:p="http://schemas.microsoft.com/office/2006/metadata/properties" xmlns:ns2="d0badfcd-32fa-40dd-b970-e580902a2f18" xmlns:ns3="05eb2583-99a6-475c-b6f8-bff0298edde2" targetNamespace="http://schemas.microsoft.com/office/2006/metadata/properties" ma:root="true" ma:fieldsID="f9e85d4714ae26293e6d0be6f2a7c685" ns2:_="" ns3:_="">
    <xsd:import namespace="d0badfcd-32fa-40dd-b970-e580902a2f18"/>
    <xsd:import namespace="05eb2583-99a6-475c-b6f8-bff0298ed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adfcd-32fa-40dd-b970-e580902a2f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867a78c-48b8-4df0-bf1c-04f713128f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eb2583-99a6-475c-b6f8-bff0298edde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b4bf7c6-c66d-4076-a6ff-041f77d226eb}" ma:internalName="TaxCatchAll" ma:showField="CatchAllData" ma:web="05eb2583-99a6-475c-b6f8-bff0298edd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FCF3D9-1F32-469D-AB47-E57F38202D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784403-85A6-4E17-A0FD-35698A5A4388}">
  <ds:schemaRefs>
    <ds:schemaRef ds:uri="05eb2583-99a6-475c-b6f8-bff0298edde2"/>
    <ds:schemaRef ds:uri="d0badfcd-32fa-40dd-b970-e580902a2f1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C508EC8-4978-4665-A075-2D17F0BC229D}">
  <ds:schemaRefs>
    <ds:schemaRef ds:uri="05eb2583-99a6-475c-b6f8-bff0298edde2"/>
    <ds:schemaRef ds:uri="d0badfcd-32fa-40dd-b970-e580902a2f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29042</TotalTime>
  <Words>131</Words>
  <Application>Microsoft Office PowerPoint</Application>
  <PresentationFormat>Grand écran</PresentationFormat>
  <Paragraphs>34</Paragraphs>
  <Slides>25</Slides>
  <Notes>0</Notes>
  <HiddenSlides>0</HiddenSlides>
  <MMClips>11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25</vt:i4>
      </vt:variant>
    </vt:vector>
  </HeadingPairs>
  <TitlesOfParts>
    <vt:vector size="35" baseType="lpstr">
      <vt:lpstr>Arial</vt:lpstr>
      <vt:lpstr>Calibri</vt:lpstr>
      <vt:lpstr>Calibri Light</vt:lpstr>
      <vt:lpstr>Open Sans</vt:lpstr>
      <vt:lpstr>ZT Nature Black</vt:lpstr>
      <vt:lpstr>ZT Nature Med</vt:lpstr>
      <vt:lpstr>Thème Office</vt:lpstr>
      <vt:lpstr>2_Conception personnalisée</vt:lpstr>
      <vt:lpstr>1_Conception personnalisée</vt:lpstr>
      <vt:lpstr>Conception personnalisée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Je m’inscris ICI newsletter https://forms.office.com/e/vGYgYd8Q9N?origin=lprLink 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Augusto Dos Santos</dc:creator>
  <cp:lastModifiedBy>Monica Henao</cp:lastModifiedBy>
  <cp:revision>49</cp:revision>
  <dcterms:created xsi:type="dcterms:W3CDTF">2025-09-24T15:05:36Z</dcterms:created>
  <dcterms:modified xsi:type="dcterms:W3CDTF">2026-06-16T08:38:50Z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0x010100F388A5154E800A46A52F7AFD94B6CF9A</vt:lpwstr>
  </property>
  <property fmtid="{D5CDD505-2E9C-101B-9397-08002B2CF9AE}" pid="3" name="MediaServiceImageTags">
    <vt:lpwstr/>
  </property>
</Properties>
</file>