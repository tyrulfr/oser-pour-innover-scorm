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63" r:id="rId10"/>
    <p:sldId id="275" r:id="rId11"/>
    <p:sldId id="264" r:id="rId12"/>
    <p:sldId id="265" r:id="rId13"/>
    <p:sldId id="268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9967"/>
    <a:srgbClr val="63003D"/>
    <a:srgbClr val="EF8219"/>
    <a:srgbClr val="D2B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54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86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21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81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30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6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063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124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01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894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4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A3132-09A4-4AAC-B770-386729AE9CA1}" type="datetimeFigureOut">
              <a:rPr lang="fr-FR" smtClean="0"/>
              <a:t>09/06/2026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F18D8-00AB-40C6-B44F-F3B22978816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55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media" Target="../media/media4.wav"/><Relationship Id="rId7" Type="http://schemas.microsoft.com/office/2007/relationships/hdphoto" Target="../media/hdphoto1.wdp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4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29" y="2362564"/>
            <a:ext cx="5082309" cy="23977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6355938" y="3022805"/>
            <a:ext cx="553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Charte graphique </a:t>
            </a:r>
            <a:b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vidéo MOOC</a:t>
            </a:r>
          </a:p>
        </p:txBody>
      </p:sp>
    </p:spTree>
    <p:extLst>
      <p:ext uri="{BB962C8B-B14F-4D97-AF65-F5344CB8AC3E}">
        <p14:creationId xmlns:p14="http://schemas.microsoft.com/office/powerpoint/2010/main" val="104000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126" y="664273"/>
            <a:ext cx="4445488" cy="599637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23409" y="3269027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Palette de couleurs</a:t>
            </a:r>
          </a:p>
        </p:txBody>
      </p:sp>
    </p:spTree>
    <p:extLst>
      <p:ext uri="{BB962C8B-B14F-4D97-AF65-F5344CB8AC3E}">
        <p14:creationId xmlns:p14="http://schemas.microsoft.com/office/powerpoint/2010/main" val="50620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412" y="405506"/>
            <a:ext cx="5478013" cy="631181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23409" y="3269027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Typographie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435496" y="5433773"/>
            <a:ext cx="419045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Mettre une majuscule uniquement au début des noms et prénoms.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Utiliser l’écriture inclusive.</a:t>
            </a:r>
          </a:p>
        </p:txBody>
      </p:sp>
    </p:spTree>
    <p:extLst>
      <p:ext uri="{BB962C8B-B14F-4D97-AF65-F5344CB8AC3E}">
        <p14:creationId xmlns:p14="http://schemas.microsoft.com/office/powerpoint/2010/main" val="256851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23409" y="3269027"/>
            <a:ext cx="553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Typographie</a:t>
            </a:r>
          </a:p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complémentaire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1435496" y="5433773"/>
            <a:ext cx="419045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Mettre une majuscule uniquement au début des noms et prénoms.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Open Sans" pitchFamily="2" charset="0"/>
                <a:ea typeface="Open Sans" pitchFamily="2" charset="0"/>
                <a:cs typeface="Open Sans" pitchFamily="2" charset="0"/>
              </a:rPr>
              <a:t>Utiliser l’écriture inclusive.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7C15269-D6F2-473E-B22D-58900CA75BA9}"/>
              </a:ext>
            </a:extLst>
          </p:cNvPr>
          <p:cNvSpPr txBox="1"/>
          <p:nvPr/>
        </p:nvSpPr>
        <p:spPr>
          <a:xfrm>
            <a:off x="6508955" y="1130710"/>
            <a:ext cx="287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ABCD</a:t>
            </a:r>
          </a:p>
        </p:txBody>
      </p:sp>
    </p:spTree>
    <p:extLst>
      <p:ext uri="{BB962C8B-B14F-4D97-AF65-F5344CB8AC3E}">
        <p14:creationId xmlns:p14="http://schemas.microsoft.com/office/powerpoint/2010/main" val="428673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702" y="2953980"/>
            <a:ext cx="5626066" cy="1800019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947" y="3058964"/>
            <a:ext cx="3803798" cy="179453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3599"/>
            <a:ext cx="1417323" cy="316078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838200" y="623684"/>
            <a:ext cx="111476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Logo avec et sans </a:t>
            </a:r>
            <a:r>
              <a:rPr lang="fr-FR" sz="3200" b="1" dirty="0" err="1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baseline</a:t>
            </a: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couplé à droite avec </a:t>
            </a:r>
            <a:b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le visuel neuronal</a:t>
            </a:r>
          </a:p>
        </p:txBody>
      </p:sp>
    </p:spTree>
    <p:extLst>
      <p:ext uri="{BB962C8B-B14F-4D97-AF65-F5344CB8AC3E}">
        <p14:creationId xmlns:p14="http://schemas.microsoft.com/office/powerpoint/2010/main" val="321636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68255" y="387680"/>
            <a:ext cx="7491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Logo standard animé et sonorisé </a:t>
            </a:r>
          </a:p>
        </p:txBody>
      </p:sp>
      <p:pic>
        <p:nvPicPr>
          <p:cNvPr id="5" name="Logo anim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56477" y="1081408"/>
            <a:ext cx="9413715" cy="529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1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468255" y="387680"/>
            <a:ext cx="10399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Logo expert/témoignage animé et sonorisé </a:t>
            </a:r>
          </a:p>
        </p:txBody>
      </p:sp>
      <p:pic>
        <p:nvPicPr>
          <p:cNvPr id="2" name="Logo animé exempl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30163" y="1032400"/>
            <a:ext cx="9690009" cy="545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5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Jingle</a:t>
            </a:r>
          </a:p>
        </p:txBody>
      </p:sp>
      <p:pic>
        <p:nvPicPr>
          <p:cNvPr id="6" name="Intro Logo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62317" y="3947620"/>
            <a:ext cx="487363" cy="487363"/>
          </a:xfrm>
          <a:prstGeom prst="rect">
            <a:avLst/>
          </a:prstGeom>
        </p:spPr>
      </p:pic>
      <p:pic>
        <p:nvPicPr>
          <p:cNvPr id="7" name="Minimalistic Jingle Log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377960" y="394761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2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73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Bandeau </a:t>
            </a:r>
            <a:b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intervenant</a:t>
            </a:r>
          </a:p>
        </p:txBody>
      </p:sp>
      <p:pic>
        <p:nvPicPr>
          <p:cNvPr id="6" name="Titre #0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96990" y="1592823"/>
            <a:ext cx="7380984" cy="415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3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Transition </a:t>
            </a:r>
          </a:p>
        </p:txBody>
      </p:sp>
      <p:pic>
        <p:nvPicPr>
          <p:cNvPr id="2" name="Transition_44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50981" y="1353808"/>
            <a:ext cx="7838608" cy="440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17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49723" y="3135818"/>
            <a:ext cx="55390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Exemples </a:t>
            </a:r>
            <a:b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d’illustrations </a:t>
            </a:r>
            <a:b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animées</a:t>
            </a:r>
          </a:p>
        </p:txBody>
      </p:sp>
      <p:pic>
        <p:nvPicPr>
          <p:cNvPr id="6" name="Exemple d'illustrations animée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35230" y="104705"/>
            <a:ext cx="6391481" cy="63914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879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201" y="1052547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11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360" y="1263056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8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355" y="573172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18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5539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EF8219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graphiques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260" y="1138066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99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3" name="mot clé animé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13093" y="1315683"/>
            <a:ext cx="8233253" cy="46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68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2" name="mot clé animé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52562" y="1466986"/>
            <a:ext cx="8075372" cy="454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38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3" name="Mot clé animé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940552" y="1425461"/>
            <a:ext cx="8032247" cy="451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6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A9967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Eléments de texte animés</a:t>
            </a:r>
          </a:p>
        </p:txBody>
      </p:sp>
      <p:pic>
        <p:nvPicPr>
          <p:cNvPr id="2" name="quote animé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62936" y="1382314"/>
            <a:ext cx="7747913" cy="435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9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Style de schémas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976" y="3528173"/>
            <a:ext cx="4960705" cy="1621769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329" y="1554078"/>
            <a:ext cx="5906737" cy="401467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699" y="2409677"/>
            <a:ext cx="4030573" cy="77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00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116" y="703890"/>
            <a:ext cx="8295078" cy="5591484"/>
          </a:xfr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" y="1981024"/>
            <a:ext cx="1417323" cy="316078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85384" y="280785"/>
            <a:ext cx="6932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63003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Frise de fin</a:t>
            </a:r>
          </a:p>
        </p:txBody>
      </p:sp>
    </p:spTree>
    <p:extLst>
      <p:ext uri="{BB962C8B-B14F-4D97-AF65-F5344CB8AC3E}">
        <p14:creationId xmlns:p14="http://schemas.microsoft.com/office/powerpoint/2010/main" val="26996543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8A5154E800A46A52F7AFD94B6CF9A" ma:contentTypeVersion="12" ma:contentTypeDescription="Crée un document." ma:contentTypeScope="" ma:versionID="5c6bbea6e6f8862a0d517ed255d4109b">
  <xsd:schema xmlns:xsd="http://www.w3.org/2001/XMLSchema" xmlns:xs="http://www.w3.org/2001/XMLSchema" xmlns:p="http://schemas.microsoft.com/office/2006/metadata/properties" xmlns:ns2="d0badfcd-32fa-40dd-b970-e580902a2f18" xmlns:ns3="05eb2583-99a6-475c-b6f8-bff0298edde2" targetNamespace="http://schemas.microsoft.com/office/2006/metadata/properties" ma:root="true" ma:fieldsID="f9e85d4714ae26293e6d0be6f2a7c685" ns2:_="" ns3:_="">
    <xsd:import namespace="d0badfcd-32fa-40dd-b970-e580902a2f18"/>
    <xsd:import namespace="05eb2583-99a6-475c-b6f8-bff0298ed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adfcd-32fa-40dd-b970-e580902a2f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867a78c-48b8-4df0-bf1c-04f713128f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b2583-99a6-475c-b6f8-bff0298edde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b4bf7c6-c66d-4076-a6ff-041f77d226eb}" ma:internalName="TaxCatchAll" ma:showField="CatchAllData" ma:web="05eb2583-99a6-475c-b6f8-bff0298ed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5eb2583-99a6-475c-b6f8-bff0298edde2" xsi:nil="true"/>
    <lcf76f155ced4ddcb4097134ff3c332f xmlns="d0badfcd-32fa-40dd-b970-e580902a2f1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C63F94-F483-4E72-89B0-E257D0AA9F9C}"/>
</file>

<file path=customXml/itemProps2.xml><?xml version="1.0" encoding="utf-8"?>
<ds:datastoreItem xmlns:ds="http://schemas.openxmlformats.org/officeDocument/2006/customXml" ds:itemID="{BE983511-C202-4676-B8B5-69D908D608FC}"/>
</file>

<file path=customXml/itemProps3.xml><?xml version="1.0" encoding="utf-8"?>
<ds:datastoreItem xmlns:ds="http://schemas.openxmlformats.org/officeDocument/2006/customXml" ds:itemID="{BCC4E962-3698-488E-921C-10F52461F149}"/>
</file>

<file path=docProps/app.xml><?xml version="1.0" encoding="utf-8"?>
<Properties xmlns="http://schemas.openxmlformats.org/officeDocument/2006/extended-properties" xmlns:vt="http://schemas.openxmlformats.org/officeDocument/2006/docPropsVTypes">
  <TotalTime>9872</TotalTime>
  <Words>107</Words>
  <Application>Microsoft Office PowerPoint</Application>
  <PresentationFormat>Grand écran</PresentationFormat>
  <Paragraphs>29</Paragraphs>
  <Slides>21</Slides>
  <Notes>0</Notes>
  <HiddenSlides>0</HiddenSlides>
  <MMClips>11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Open Sans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Charles Costantine</dc:creator>
  <cp:lastModifiedBy>Monica Henao</cp:lastModifiedBy>
  <cp:revision>20</cp:revision>
  <dcterms:created xsi:type="dcterms:W3CDTF">2026-06-06T13:21:51Z</dcterms:created>
  <dcterms:modified xsi:type="dcterms:W3CDTF">2026-06-16T08:06:37Z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0x010100F388A5154E800A46A52F7AFD94B6CF9A</vt:lpwstr>
  </property>
</Properties>
</file>